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61" r:id="rId2"/>
  </p:sldIdLst>
  <p:sldSz cx="21383625" cy="30275213"/>
  <p:notesSz cx="6858000" cy="9144000"/>
  <p:embeddedFontLst>
    <p:embeddedFont>
      <p:font typeface="Arial Black" panose="020B0A04020102020204" pitchFamily="34" charset="0"/>
      <p:bold r:id="rId3"/>
    </p:embeddedFont>
    <p:embeddedFont>
      <p:font typeface="Franklin Gothic Demi" panose="020B0703020102020204" pitchFamily="34" charset="0"/>
      <p:regular r:id="rId4"/>
      <p:italic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51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orient="horz" pos="14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213"/>
    <a:srgbClr val="C3C38F"/>
    <a:srgbClr val="DF8017"/>
    <a:srgbClr val="FF9933"/>
    <a:srgbClr val="ED7D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46D33-5CE0-493F-BB39-773C8A9FA881}" v="204" dt="2026-09-09T12:04:59.276"/>
    <p1510:client id="{ADB19E71-CA21-4BD8-82FB-A3F93846CA64}" v="1" dt="2026-09-09T14:44:57.528"/>
    <p1510:client id="{BF8BB844-3595-4A65-AE3B-21B49228134E}" v="1787" dt="2026-09-09T12:04:46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3" autoAdjust="0"/>
    <p:restoredTop sz="94660"/>
  </p:normalViewPr>
  <p:slideViewPr>
    <p:cSldViewPr snapToGrid="0">
      <p:cViewPr>
        <p:scale>
          <a:sx n="100" d="100"/>
          <a:sy n="100" d="100"/>
        </p:scale>
        <p:origin x="288" y="-12264"/>
      </p:cViewPr>
      <p:guideLst>
        <p:guide orient="horz" pos="8651"/>
        <p:guide pos="6735"/>
        <p:guide orient="horz" pos="14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영 이" userId="215d33d8131c866a" providerId="LiveId" clId="{05433966-9067-4BAF-9EAE-9CA20585B2E3}"/>
    <pc:docChg chg="undo custSel modSld">
      <pc:chgData name="나영 이" userId="215d33d8131c866a" providerId="LiveId" clId="{05433966-9067-4BAF-9EAE-9CA20585B2E3}" dt="2026-09-09T12:04:59.276" v="204" actId="14100"/>
      <pc:docMkLst>
        <pc:docMk/>
      </pc:docMkLst>
      <pc:sldChg chg="addSp delSp modSp mod">
        <pc:chgData name="나영 이" userId="215d33d8131c866a" providerId="LiveId" clId="{05433966-9067-4BAF-9EAE-9CA20585B2E3}" dt="2026-09-09T12:04:59.276" v="204" actId="14100"/>
        <pc:sldMkLst>
          <pc:docMk/>
          <pc:sldMk cId="2474874629" sldId="261"/>
        </pc:sldMkLst>
        <pc:spChg chg="del">
          <ac:chgData name="나영 이" userId="215d33d8131c866a" providerId="LiveId" clId="{05433966-9067-4BAF-9EAE-9CA20585B2E3}" dt="2026-09-09T11:41:57.614" v="25" actId="478"/>
          <ac:spMkLst>
            <pc:docMk/>
            <pc:sldMk cId="2474874629" sldId="261"/>
            <ac:spMk id="10" creationId="{345D0926-7F9A-7D34-1AED-28AB82946E11}"/>
          </ac:spMkLst>
        </pc:spChg>
        <pc:spChg chg="mod">
          <ac:chgData name="나영 이" userId="215d33d8131c866a" providerId="LiveId" clId="{05433966-9067-4BAF-9EAE-9CA20585B2E3}" dt="2026-09-09T12:04:47.551" v="201" actId="164"/>
          <ac:spMkLst>
            <pc:docMk/>
            <pc:sldMk cId="2474874629" sldId="261"/>
            <ac:spMk id="10" creationId="{C88D9A50-B7C3-7718-A131-74CC4132C05C}"/>
          </ac:spMkLst>
        </pc:spChg>
        <pc:spChg chg="add mod">
          <ac:chgData name="나영 이" userId="215d33d8131c866a" providerId="LiveId" clId="{05433966-9067-4BAF-9EAE-9CA20585B2E3}" dt="2026-09-09T11:42:11.081" v="26" actId="164"/>
          <ac:spMkLst>
            <pc:docMk/>
            <pc:sldMk cId="2474874629" sldId="261"/>
            <ac:spMk id="16" creationId="{7EF23A21-0FB3-499F-DDAD-C4B280667E07}"/>
          </ac:spMkLst>
        </pc:spChg>
        <pc:spChg chg="add del mod">
          <ac:chgData name="나영 이" userId="215d33d8131c866a" providerId="LiveId" clId="{05433966-9067-4BAF-9EAE-9CA20585B2E3}" dt="2026-09-09T11:41:51.973" v="22" actId="478"/>
          <ac:spMkLst>
            <pc:docMk/>
            <pc:sldMk cId="2474874629" sldId="261"/>
            <ac:spMk id="20" creationId="{F0E465F0-6F83-51E4-8137-FC431C9A6067}"/>
          </ac:spMkLst>
        </pc:spChg>
        <pc:spChg chg="add del mod">
          <ac:chgData name="나영 이" userId="215d33d8131c866a" providerId="LiveId" clId="{05433966-9067-4BAF-9EAE-9CA20585B2E3}" dt="2026-09-09T11:41:55.558" v="24" actId="478"/>
          <ac:spMkLst>
            <pc:docMk/>
            <pc:sldMk cId="2474874629" sldId="261"/>
            <ac:spMk id="21" creationId="{82A2914D-8FFD-B480-79F9-CD2F895E105B}"/>
          </ac:spMkLst>
        </pc:spChg>
        <pc:spChg chg="mod">
          <ac:chgData name="나영 이" userId="215d33d8131c866a" providerId="LiveId" clId="{05433966-9067-4BAF-9EAE-9CA20585B2E3}" dt="2026-09-09T11:55:28.195" v="139" actId="1076"/>
          <ac:spMkLst>
            <pc:docMk/>
            <pc:sldMk cId="2474874629" sldId="261"/>
            <ac:spMk id="30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8:35.514" v="169"/>
          <ac:spMkLst>
            <pc:docMk/>
            <pc:sldMk cId="2474874629" sldId="261"/>
            <ac:spMk id="3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6:52.451" v="151" actId="2711"/>
          <ac:spMkLst>
            <pc:docMk/>
            <pc:sldMk cId="2474874629" sldId="261"/>
            <ac:spMk id="3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4:59.276" v="204" actId="14100"/>
          <ac:spMkLst>
            <pc:docMk/>
            <pc:sldMk cId="2474874629" sldId="261"/>
            <ac:spMk id="36" creationId="{00000000-0000-0000-0000-000000000000}"/>
          </ac:spMkLst>
        </pc:spChg>
        <pc:spChg chg="del mod">
          <ac:chgData name="나영 이" userId="215d33d8131c866a" providerId="LiveId" clId="{05433966-9067-4BAF-9EAE-9CA20585B2E3}" dt="2026-09-09T11:38:48.071" v="7" actId="478"/>
          <ac:spMkLst>
            <pc:docMk/>
            <pc:sldMk cId="2474874629" sldId="261"/>
            <ac:spMk id="37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4:39.952" v="199" actId="164"/>
          <ac:spMkLst>
            <pc:docMk/>
            <pc:sldMk cId="2474874629" sldId="261"/>
            <ac:spMk id="3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4:39.952" v="199" actId="164"/>
          <ac:spMkLst>
            <pc:docMk/>
            <pc:sldMk cId="2474874629" sldId="261"/>
            <ac:spMk id="40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4:44.608" v="200" actId="164"/>
          <ac:spMkLst>
            <pc:docMk/>
            <pc:sldMk cId="2474874629" sldId="261"/>
            <ac:spMk id="4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4:47.551" v="201" actId="164"/>
          <ac:spMkLst>
            <pc:docMk/>
            <pc:sldMk cId="2474874629" sldId="261"/>
            <ac:spMk id="4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47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49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0:44.759" v="85" actId="207"/>
          <ac:spMkLst>
            <pc:docMk/>
            <pc:sldMk cId="2474874629" sldId="261"/>
            <ac:spMk id="50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3:10.757" v="31" actId="113"/>
          <ac:spMkLst>
            <pc:docMk/>
            <pc:sldMk cId="2474874629" sldId="261"/>
            <ac:spMk id="5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53" creationId="{00000000-0000-0000-0000-000000000000}"/>
          </ac:spMkLst>
        </pc:spChg>
        <pc:spChg chg="mod">
          <ac:chgData name="나영 이" userId="215d33d8131c866a" providerId="LiveId" clId="{05433966-9067-4BAF-9EAE-9CA20585B2E3}" dt="2026-09-09T11:39:56.924" v="13" actId="255"/>
          <ac:spMkLst>
            <pc:docMk/>
            <pc:sldMk cId="2474874629" sldId="261"/>
            <ac:spMk id="5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3:10.757" v="31" actId="113"/>
          <ac:spMkLst>
            <pc:docMk/>
            <pc:sldMk cId="2474874629" sldId="261"/>
            <ac:spMk id="5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56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57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3:10.757" v="31" actId="113"/>
          <ac:spMkLst>
            <pc:docMk/>
            <pc:sldMk cId="2474874629" sldId="261"/>
            <ac:spMk id="5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5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60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6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63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6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07.175" v="16" actId="164"/>
          <ac:spMkLst>
            <pc:docMk/>
            <pc:sldMk cId="2474874629" sldId="261"/>
            <ac:spMk id="6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07.175" v="16" actId="164"/>
          <ac:spMkLst>
            <pc:docMk/>
            <pc:sldMk cId="2474874629" sldId="261"/>
            <ac:spMk id="66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6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07.175" v="16" actId="164"/>
          <ac:spMkLst>
            <pc:docMk/>
            <pc:sldMk cId="2474874629" sldId="261"/>
            <ac:spMk id="69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07.175" v="16" actId="164"/>
          <ac:spMkLst>
            <pc:docMk/>
            <pc:sldMk cId="2474874629" sldId="261"/>
            <ac:spMk id="71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07.175" v="16" actId="164"/>
          <ac:spMkLst>
            <pc:docMk/>
            <pc:sldMk cId="2474874629" sldId="261"/>
            <ac:spMk id="7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73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0:44.759" v="85" actId="207"/>
          <ac:spMkLst>
            <pc:docMk/>
            <pc:sldMk cId="2474874629" sldId="261"/>
            <ac:spMk id="76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77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7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21.613" v="17" actId="164"/>
          <ac:spMkLst>
            <pc:docMk/>
            <pc:sldMk cId="2474874629" sldId="261"/>
            <ac:spMk id="79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21.613" v="17" actId="164"/>
          <ac:spMkLst>
            <pc:docMk/>
            <pc:sldMk cId="2474874629" sldId="261"/>
            <ac:spMk id="81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8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8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1:21.613" v="17" actId="164"/>
          <ac:spMkLst>
            <pc:docMk/>
            <pc:sldMk cId="2474874629" sldId="261"/>
            <ac:spMk id="8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0:44.759" v="85" actId="207"/>
          <ac:spMkLst>
            <pc:docMk/>
            <pc:sldMk cId="2474874629" sldId="261"/>
            <ac:spMk id="90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13.313" v="176" actId="1076"/>
          <ac:spMkLst>
            <pc:docMk/>
            <pc:sldMk cId="2474874629" sldId="261"/>
            <ac:spMk id="91" creationId="{00000000-0000-0000-0000-000000000000}"/>
          </ac:spMkLst>
        </pc:spChg>
        <pc:spChg chg="del">
          <ac:chgData name="나영 이" userId="215d33d8131c866a" providerId="LiveId" clId="{05433966-9067-4BAF-9EAE-9CA20585B2E3}" dt="2026-09-09T11:41:54.454" v="23" actId="478"/>
          <ac:spMkLst>
            <pc:docMk/>
            <pc:sldMk cId="2474874629" sldId="261"/>
            <ac:spMk id="9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11.081" v="26" actId="164"/>
          <ac:spMkLst>
            <pc:docMk/>
            <pc:sldMk cId="2474874629" sldId="261"/>
            <ac:spMk id="93" creationId="{00000000-0000-0000-0000-000000000000}"/>
          </ac:spMkLst>
        </pc:spChg>
        <pc:spChg chg="mod">
          <ac:chgData name="나영 이" userId="215d33d8131c866a" providerId="LiveId" clId="{05433966-9067-4BAF-9EAE-9CA20585B2E3}" dt="2026-09-09T11:39:56.924" v="13" actId="255"/>
          <ac:spMkLst>
            <pc:docMk/>
            <pc:sldMk cId="2474874629" sldId="261"/>
            <ac:spMk id="9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9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11.081" v="26" actId="164"/>
          <ac:spMkLst>
            <pc:docMk/>
            <pc:sldMk cId="2474874629" sldId="261"/>
            <ac:spMk id="96" creationId="{00000000-0000-0000-0000-000000000000}"/>
          </ac:spMkLst>
        </pc:spChg>
        <pc:spChg chg="mod">
          <ac:chgData name="나영 이" userId="215d33d8131c866a" providerId="LiveId" clId="{05433966-9067-4BAF-9EAE-9CA20585B2E3}" dt="2026-09-09T11:39:56.924" v="13" actId="255"/>
          <ac:spMkLst>
            <pc:docMk/>
            <pc:sldMk cId="2474874629" sldId="261"/>
            <ac:spMk id="97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11.081" v="26" actId="164"/>
          <ac:spMkLst>
            <pc:docMk/>
            <pc:sldMk cId="2474874629" sldId="261"/>
            <ac:spMk id="9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2:27.957" v="28" actId="255"/>
          <ac:spMkLst>
            <pc:docMk/>
            <pc:sldMk cId="2474874629" sldId="261"/>
            <ac:spMk id="9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01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0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11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1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16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2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24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2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27" creationId="{00000000-0000-0000-0000-000000000000}"/>
          </ac:spMkLst>
        </pc:spChg>
        <pc:spChg chg="del">
          <ac:chgData name="나영 이" userId="215d33d8131c866a" providerId="LiveId" clId="{05433966-9067-4BAF-9EAE-9CA20585B2E3}" dt="2026-09-09T11:46:00.935" v="47" actId="478"/>
          <ac:spMkLst>
            <pc:docMk/>
            <pc:sldMk cId="2474874629" sldId="261"/>
            <ac:spMk id="130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31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04.356" v="63" actId="164"/>
          <ac:spMkLst>
            <pc:docMk/>
            <pc:sldMk cId="2474874629" sldId="261"/>
            <ac:spMk id="13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33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04.356" v="63" actId="164"/>
          <ac:spMkLst>
            <pc:docMk/>
            <pc:sldMk cId="2474874629" sldId="261"/>
            <ac:spMk id="13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3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0.189" v="64" actId="164"/>
          <ac:spMkLst>
            <pc:docMk/>
            <pc:sldMk cId="2474874629" sldId="261"/>
            <ac:spMk id="136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37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0.189" v="64" actId="164"/>
          <ac:spMkLst>
            <pc:docMk/>
            <pc:sldMk cId="2474874629" sldId="261"/>
            <ac:spMk id="13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0.189" v="64" actId="164"/>
          <ac:spMkLst>
            <pc:docMk/>
            <pc:sldMk cId="2474874629" sldId="261"/>
            <ac:spMk id="139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0.189" v="64" actId="164"/>
          <ac:spMkLst>
            <pc:docMk/>
            <pc:sldMk cId="2474874629" sldId="261"/>
            <ac:spMk id="140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5.161" v="65" actId="164"/>
          <ac:spMkLst>
            <pc:docMk/>
            <pc:sldMk cId="2474874629" sldId="261"/>
            <ac:spMk id="141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4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5.161" v="65" actId="164"/>
          <ac:spMkLst>
            <pc:docMk/>
            <pc:sldMk cId="2474874629" sldId="261"/>
            <ac:spMk id="143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5.161" v="65" actId="164"/>
          <ac:spMkLst>
            <pc:docMk/>
            <pc:sldMk cId="2474874629" sldId="261"/>
            <ac:spMk id="14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4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8.621" v="66" actId="164"/>
          <ac:spMkLst>
            <pc:docMk/>
            <pc:sldMk cId="2474874629" sldId="261"/>
            <ac:spMk id="146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8.621" v="66" actId="164"/>
          <ac:spMkLst>
            <pc:docMk/>
            <pc:sldMk cId="2474874629" sldId="261"/>
            <ac:spMk id="147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8.621" v="66" actId="164"/>
          <ac:spMkLst>
            <pc:docMk/>
            <pc:sldMk cId="2474874629" sldId="261"/>
            <ac:spMk id="14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18.621" v="66" actId="164"/>
          <ac:spMkLst>
            <pc:docMk/>
            <pc:sldMk cId="2474874629" sldId="261"/>
            <ac:spMk id="14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03.891" v="175" actId="1076"/>
          <ac:spMkLst>
            <pc:docMk/>
            <pc:sldMk cId="2474874629" sldId="261"/>
            <ac:spMk id="150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24.137" v="67" actId="164"/>
          <ac:spMkLst>
            <pc:docMk/>
            <pc:sldMk cId="2474874629" sldId="261"/>
            <ac:spMk id="151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52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24.137" v="67" actId="164"/>
          <ac:spMkLst>
            <pc:docMk/>
            <pc:sldMk cId="2474874629" sldId="261"/>
            <ac:spMk id="153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24.137" v="67" actId="164"/>
          <ac:spMkLst>
            <pc:docMk/>
            <pc:sldMk cId="2474874629" sldId="261"/>
            <ac:spMk id="154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2:27.744" v="112" actId="1076"/>
          <ac:spMkLst>
            <pc:docMk/>
            <pc:sldMk cId="2474874629" sldId="261"/>
            <ac:spMk id="155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56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57" creationId="{00000000-0000-0000-0000-000000000000}"/>
          </ac:spMkLst>
        </pc:spChg>
        <pc:spChg chg="mod">
          <ac:chgData name="나영 이" userId="215d33d8131c866a" providerId="LiveId" clId="{05433966-9067-4BAF-9EAE-9CA20585B2E3}" dt="2026-09-09T11:53:22.755" v="123" actId="3064"/>
          <ac:spMkLst>
            <pc:docMk/>
            <pc:sldMk cId="2474874629" sldId="261"/>
            <ac:spMk id="158" creationId="{00000000-0000-0000-0000-000000000000}"/>
          </ac:spMkLst>
        </pc:spChg>
        <pc:spChg chg="mod">
          <ac:chgData name="나영 이" userId="215d33d8131c866a" providerId="LiveId" clId="{05433966-9067-4BAF-9EAE-9CA20585B2E3}" dt="2026-09-09T11:48:27.391" v="68" actId="164"/>
          <ac:spMkLst>
            <pc:docMk/>
            <pc:sldMk cId="2474874629" sldId="261"/>
            <ac:spMk id="15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1:51.225" v="182" actId="207"/>
          <ac:spMkLst>
            <pc:docMk/>
            <pc:sldMk cId="2474874629" sldId="261"/>
            <ac:spMk id="164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3:09.244" v="193" actId="207"/>
          <ac:spMkLst>
            <pc:docMk/>
            <pc:sldMk cId="2474874629" sldId="261"/>
            <ac:spMk id="16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6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0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1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3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4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6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79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35.918" v="191" actId="1076"/>
          <ac:spMkLst>
            <pc:docMk/>
            <pc:sldMk cId="2474874629" sldId="261"/>
            <ac:spMk id="182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2:43.749" v="192" actId="207"/>
          <ac:spMkLst>
            <pc:docMk/>
            <pc:sldMk cId="2474874629" sldId="261"/>
            <ac:spMk id="18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3:41.810" v="198" actId="113"/>
          <ac:spMkLst>
            <pc:docMk/>
            <pc:sldMk cId="2474874629" sldId="261"/>
            <ac:spMk id="186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0:42.613" v="171" actId="1076"/>
          <ac:spMkLst>
            <pc:docMk/>
            <pc:sldMk cId="2474874629" sldId="261"/>
            <ac:spMk id="190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0:42.613" v="171" actId="1076"/>
          <ac:spMkLst>
            <pc:docMk/>
            <pc:sldMk cId="2474874629" sldId="261"/>
            <ac:spMk id="195" creationId="{00000000-0000-0000-0000-000000000000}"/>
          </ac:spMkLst>
        </pc:spChg>
        <pc:spChg chg="mod">
          <ac:chgData name="나영 이" userId="215d33d8131c866a" providerId="LiveId" clId="{05433966-9067-4BAF-9EAE-9CA20585B2E3}" dt="2026-09-09T12:00:42.613" v="171" actId="1076"/>
          <ac:spMkLst>
            <pc:docMk/>
            <pc:sldMk cId="2474874629" sldId="261"/>
            <ac:spMk id="196" creationId="{00000000-0000-0000-0000-000000000000}"/>
          </ac:spMkLst>
        </pc:spChg>
        <pc:spChg chg="add mod">
          <ac:chgData name="나영 이" userId="215d33d8131c866a" providerId="LiveId" clId="{05433966-9067-4BAF-9EAE-9CA20585B2E3}" dt="2026-09-09T11:41:33.728" v="18" actId="571"/>
          <ac:spMkLst>
            <pc:docMk/>
            <pc:sldMk cId="2474874629" sldId="261"/>
            <ac:spMk id="197" creationId="{345D0926-7F9A-7D34-1AED-28AB82946E11}"/>
          </ac:spMkLst>
        </pc:spChg>
        <pc:spChg chg="add mod">
          <ac:chgData name="나영 이" userId="215d33d8131c866a" providerId="LiveId" clId="{05433966-9067-4BAF-9EAE-9CA20585B2E3}" dt="2026-09-09T11:41:48.370" v="20" actId="571"/>
          <ac:spMkLst>
            <pc:docMk/>
            <pc:sldMk cId="2474874629" sldId="261"/>
            <ac:spMk id="198" creationId="{A319FF5D-C048-DC45-8AD7-9CBEF3F9C81A}"/>
          </ac:spMkLst>
        </pc:spChg>
        <pc:spChg chg="add mod">
          <ac:chgData name="나영 이" userId="215d33d8131c866a" providerId="LiveId" clId="{05433966-9067-4BAF-9EAE-9CA20585B2E3}" dt="2026-09-09T11:41:48.370" v="20" actId="571"/>
          <ac:spMkLst>
            <pc:docMk/>
            <pc:sldMk cId="2474874629" sldId="261"/>
            <ac:spMk id="199" creationId="{06412C55-EC7F-7CA6-E881-CDAFCD8B047B}"/>
          </ac:spMkLst>
        </pc:spChg>
        <pc:spChg chg="mod">
          <ac:chgData name="나영 이" userId="215d33d8131c866a" providerId="LiveId" clId="{05433966-9067-4BAF-9EAE-9CA20585B2E3}" dt="2026-09-09T12:04:44.608" v="200" actId="164"/>
          <ac:spMkLst>
            <pc:docMk/>
            <pc:sldMk cId="2474874629" sldId="261"/>
            <ac:spMk id="202" creationId="{16B89252-1F02-37BE-8D77-48C13433BD34}"/>
          </ac:spMkLst>
        </pc:spChg>
        <pc:grpChg chg="add mod">
          <ac:chgData name="나영 이" userId="215d33d8131c866a" providerId="LiveId" clId="{05433966-9067-4BAF-9EAE-9CA20585B2E3}" dt="2026-09-09T11:40:49.477" v="15" actId="164"/>
          <ac:grpSpMkLst>
            <pc:docMk/>
            <pc:sldMk cId="2474874629" sldId="261"/>
            <ac:grpSpMk id="3" creationId="{9D6B074B-F266-43EA-35A8-666D15D56EB7}"/>
          </ac:grpSpMkLst>
        </pc:grpChg>
        <pc:grpChg chg="mod">
          <ac:chgData name="나영 이" userId="215d33d8131c866a" providerId="LiveId" clId="{05433966-9067-4BAF-9EAE-9CA20585B2E3}" dt="2026-09-09T11:39:49.260" v="11" actId="1076"/>
          <ac:grpSpMkLst>
            <pc:docMk/>
            <pc:sldMk cId="2474874629" sldId="261"/>
            <ac:grpSpMk id="8" creationId="{00000000-0000-0000-0000-000000000000}"/>
          </ac:grpSpMkLst>
        </pc:grpChg>
        <pc:grpChg chg="mod">
          <ac:chgData name="나영 이" userId="215d33d8131c866a" providerId="LiveId" clId="{05433966-9067-4BAF-9EAE-9CA20585B2E3}" dt="2026-09-09T12:00:53.980" v="174" actId="1076"/>
          <ac:grpSpMkLst>
            <pc:docMk/>
            <pc:sldMk cId="2474874629" sldId="261"/>
            <ac:grpSpMk id="11" creationId="{00000000-0000-0000-0000-000000000000}"/>
          </ac:grpSpMkLst>
        </pc:grpChg>
        <pc:grpChg chg="add mod">
          <ac:chgData name="나영 이" userId="215d33d8131c866a" providerId="LiveId" clId="{05433966-9067-4BAF-9EAE-9CA20585B2E3}" dt="2026-09-09T11:41:07.175" v="16" actId="164"/>
          <ac:grpSpMkLst>
            <pc:docMk/>
            <pc:sldMk cId="2474874629" sldId="261"/>
            <ac:grpSpMk id="12" creationId="{108CDBFF-8932-17F1-4E6D-FF303444809C}"/>
          </ac:grpSpMkLst>
        </pc:grpChg>
        <pc:grpChg chg="add mod">
          <ac:chgData name="나영 이" userId="215d33d8131c866a" providerId="LiveId" clId="{05433966-9067-4BAF-9EAE-9CA20585B2E3}" dt="2026-09-09T12:04:50.919" v="202" actId="1076"/>
          <ac:grpSpMkLst>
            <pc:docMk/>
            <pc:sldMk cId="2474874629" sldId="261"/>
            <ac:grpSpMk id="13" creationId="{0BA0FDD3-777D-93CC-367B-8CA83F3E4DC0}"/>
          </ac:grpSpMkLst>
        </pc:grpChg>
        <pc:grpChg chg="add mod">
          <ac:chgData name="나영 이" userId="215d33d8131c866a" providerId="LiveId" clId="{05433966-9067-4BAF-9EAE-9CA20585B2E3}" dt="2026-09-09T11:41:21.613" v="17" actId="164"/>
          <ac:grpSpMkLst>
            <pc:docMk/>
            <pc:sldMk cId="2474874629" sldId="261"/>
            <ac:grpSpMk id="14" creationId="{ED84594A-8688-E2AF-C44C-D5CE75189094}"/>
          </ac:grpSpMkLst>
        </pc:grpChg>
        <pc:grpChg chg="add mod">
          <ac:chgData name="나영 이" userId="215d33d8131c866a" providerId="LiveId" clId="{05433966-9067-4BAF-9EAE-9CA20585B2E3}" dt="2026-09-09T11:54:17.186" v="130" actId="14100"/>
          <ac:grpSpMkLst>
            <pc:docMk/>
            <pc:sldMk cId="2474874629" sldId="261"/>
            <ac:grpSpMk id="20" creationId="{67A1E4A3-660E-895D-9861-58C3EECBA0AA}"/>
          </ac:grpSpMkLst>
        </pc:grpChg>
        <pc:grpChg chg="add mod">
          <ac:chgData name="나영 이" userId="215d33d8131c866a" providerId="LiveId" clId="{05433966-9067-4BAF-9EAE-9CA20585B2E3}" dt="2026-09-09T11:54:17.186" v="130" actId="14100"/>
          <ac:grpSpMkLst>
            <pc:docMk/>
            <pc:sldMk cId="2474874629" sldId="261"/>
            <ac:grpSpMk id="21" creationId="{9AF262B1-1508-AC49-7BE8-7B1AB08D5646}"/>
          </ac:grpSpMkLst>
        </pc:grpChg>
        <pc:grpChg chg="add mod">
          <ac:chgData name="나영 이" userId="215d33d8131c866a" providerId="LiveId" clId="{05433966-9067-4BAF-9EAE-9CA20585B2E3}" dt="2026-09-09T11:54:35.298" v="135" actId="1076"/>
          <ac:grpSpMkLst>
            <pc:docMk/>
            <pc:sldMk cId="2474874629" sldId="261"/>
            <ac:grpSpMk id="37" creationId="{6B6B8125-FCB1-7AE2-85F3-231F26F99B15}"/>
          </ac:grpSpMkLst>
        </pc:grpChg>
        <pc:grpChg chg="add mod">
          <ac:chgData name="나영 이" userId="215d33d8131c866a" providerId="LiveId" clId="{05433966-9067-4BAF-9EAE-9CA20585B2E3}" dt="2026-09-09T11:54:35.517" v="136" actId="1076"/>
          <ac:grpSpMkLst>
            <pc:docMk/>
            <pc:sldMk cId="2474874629" sldId="261"/>
            <ac:grpSpMk id="38" creationId="{C7F41319-CC32-EA7A-5F56-CBB7B9359F00}"/>
          </ac:grpSpMkLst>
        </pc:grpChg>
        <pc:grpChg chg="add mod">
          <ac:chgData name="나영 이" userId="215d33d8131c866a" providerId="LiveId" clId="{05433966-9067-4BAF-9EAE-9CA20585B2E3}" dt="2026-09-09T12:04:50.919" v="202" actId="1076"/>
          <ac:grpSpMkLst>
            <pc:docMk/>
            <pc:sldMk cId="2474874629" sldId="261"/>
            <ac:grpSpMk id="43" creationId="{A8A1C2F6-A25E-0349-2D36-90A3A14F1A70}"/>
          </ac:grpSpMkLst>
        </pc:grpChg>
        <pc:grpChg chg="add mod">
          <ac:chgData name="나영 이" userId="215d33d8131c866a" providerId="LiveId" clId="{05433966-9067-4BAF-9EAE-9CA20585B2E3}" dt="2026-09-09T12:04:50.919" v="202" actId="1076"/>
          <ac:grpSpMkLst>
            <pc:docMk/>
            <pc:sldMk cId="2474874629" sldId="261"/>
            <ac:grpSpMk id="44" creationId="{AB87CF11-A392-BE41-5453-2AE218EFAF50}"/>
          </ac:grpSpMkLst>
        </pc:grpChg>
        <pc:grpChg chg="add mod">
          <ac:chgData name="나영 이" userId="215d33d8131c866a" providerId="LiveId" clId="{05433966-9067-4BAF-9EAE-9CA20585B2E3}" dt="2026-09-09T11:54:35.973" v="137" actId="1076"/>
          <ac:grpSpMkLst>
            <pc:docMk/>
            <pc:sldMk cId="2474874629" sldId="261"/>
            <ac:grpSpMk id="92" creationId="{AAE58206-08AA-74C8-C71D-42EF0E5109F1}"/>
          </ac:grpSpMkLst>
        </pc:grpChg>
        <pc:grpChg chg="add mod">
          <ac:chgData name="나영 이" userId="215d33d8131c866a" providerId="LiveId" clId="{05433966-9067-4BAF-9EAE-9CA20585B2E3}" dt="2026-09-09T11:54:36.234" v="138" actId="1076"/>
          <ac:grpSpMkLst>
            <pc:docMk/>
            <pc:sldMk cId="2474874629" sldId="261"/>
            <ac:grpSpMk id="198" creationId="{15768130-1782-1C8A-20F8-1513BDFA10C4}"/>
          </ac:grpSpMkLst>
        </pc:grpChg>
        <pc:grpChg chg="add mod">
          <ac:chgData name="나영 이" userId="215d33d8131c866a" providerId="LiveId" clId="{05433966-9067-4BAF-9EAE-9CA20585B2E3}" dt="2026-09-09T11:42:11.081" v="26" actId="164"/>
          <ac:grpSpMkLst>
            <pc:docMk/>
            <pc:sldMk cId="2474874629" sldId="261"/>
            <ac:grpSpMk id="200" creationId="{6D90CF43-BC53-B344-D8BB-316BB295666E}"/>
          </ac:grpSpMkLst>
        </pc:grpChg>
        <pc:picChg chg="mod">
          <ac:chgData name="나영 이" userId="215d33d8131c866a" providerId="LiveId" clId="{05433966-9067-4BAF-9EAE-9CA20585B2E3}" dt="2026-09-09T11:59:47.572" v="170" actId="14861"/>
          <ac:picMkLst>
            <pc:docMk/>
            <pc:sldMk cId="2474874629" sldId="261"/>
            <ac:picMk id="9" creationId="{B0E9D51B-EAE1-68B9-7EE6-5FAFBD205319}"/>
          </ac:picMkLst>
        </pc:picChg>
        <pc:picChg chg="add del mod">
          <ac:chgData name="나영 이" userId="215d33d8131c866a" providerId="LiveId" clId="{05433966-9067-4BAF-9EAE-9CA20585B2E3}" dt="2026-09-09T11:45:09.376" v="44" actId="478"/>
          <ac:picMkLst>
            <pc:docMk/>
            <pc:sldMk cId="2474874629" sldId="261"/>
            <ac:picMk id="13" creationId="{530F0084-1DC1-5082-D2D7-30CADD61722D}"/>
          </ac:picMkLst>
        </pc:picChg>
        <pc:picChg chg="mod">
          <ac:chgData name="나영 이" userId="215d33d8131c866a" providerId="LiveId" clId="{05433966-9067-4BAF-9EAE-9CA20585B2E3}" dt="2026-09-09T11:59:47.572" v="170" actId="14861"/>
          <ac:picMkLst>
            <pc:docMk/>
            <pc:sldMk cId="2474874629" sldId="261"/>
            <ac:picMk id="15" creationId="{F45D22EC-95C4-EA89-A237-2F1E570B5F97}"/>
          </ac:picMkLst>
        </pc:picChg>
        <pc:picChg chg="mod">
          <ac:chgData name="나영 이" userId="215d33d8131c866a" providerId="LiveId" clId="{05433966-9067-4BAF-9EAE-9CA20585B2E3}" dt="2026-09-09T11:59:47.572" v="170" actId="14861"/>
          <ac:picMkLst>
            <pc:docMk/>
            <pc:sldMk cId="2474874629" sldId="261"/>
            <ac:picMk id="197" creationId="{4A2C1D31-3E9A-5748-3B87-544E751030DB}"/>
          </ac:picMkLst>
        </pc:picChg>
      </pc:sldChg>
    </pc:docChg>
  </pc:docChgLst>
  <pc:docChgLst>
    <pc:chgData name="Seung Woo Lee" userId="37baa658b6efe660" providerId="LiveId" clId="{E71C8B5D-DEF8-4BF0-BA96-63AA1D5B9991}"/>
    <pc:docChg chg="undo redo custSel modSld">
      <pc:chgData name="Seung Woo Lee" userId="37baa658b6efe660" providerId="LiveId" clId="{E71C8B5D-DEF8-4BF0-BA96-63AA1D5B9991}" dt="2026-09-09T12:04:46.751" v="1786" actId="1076"/>
      <pc:docMkLst>
        <pc:docMk/>
      </pc:docMkLst>
      <pc:sldChg chg="addSp delSp modSp mod">
        <pc:chgData name="Seung Woo Lee" userId="37baa658b6efe660" providerId="LiveId" clId="{E71C8B5D-DEF8-4BF0-BA96-63AA1D5B9991}" dt="2026-09-09T12:04:46.751" v="1786" actId="1076"/>
        <pc:sldMkLst>
          <pc:docMk/>
          <pc:sldMk cId="2474874629" sldId="261"/>
        </pc:sldMkLst>
        <pc:spChg chg="add mod">
          <ac:chgData name="Seung Woo Lee" userId="37baa658b6efe660" providerId="LiveId" clId="{E71C8B5D-DEF8-4BF0-BA96-63AA1D5B9991}" dt="2026-09-09T11:39:58.445" v="6" actId="571"/>
          <ac:spMkLst>
            <pc:docMk/>
            <pc:sldMk cId="2474874629" sldId="261"/>
            <ac:spMk id="10" creationId="{2BDC265D-2A01-030E-EDF8-F2D86E046557}"/>
          </ac:spMkLst>
        </pc:spChg>
        <pc:spChg chg="add mod">
          <ac:chgData name="Seung Woo Lee" userId="37baa658b6efe660" providerId="LiveId" clId="{E71C8B5D-DEF8-4BF0-BA96-63AA1D5B9991}" dt="2026-09-09T11:51:01.287" v="1756" actId="20577"/>
          <ac:spMkLst>
            <pc:docMk/>
            <pc:sldMk cId="2474874629" sldId="261"/>
            <ac:spMk id="10" creationId="{C88D9A50-B7C3-7718-A131-74CC4132C05C}"/>
          </ac:spMkLst>
        </pc:spChg>
        <pc:spChg chg="mod">
          <ac:chgData name="Seung Woo Lee" userId="37baa658b6efe660" providerId="LiveId" clId="{E71C8B5D-DEF8-4BF0-BA96-63AA1D5B9991}" dt="2026-09-09T11:42:43.698" v="16" actId="403"/>
          <ac:spMkLst>
            <pc:docMk/>
            <pc:sldMk cId="2474874629" sldId="261"/>
            <ac:spMk id="25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1:45:23.423" v="691" actId="404"/>
          <ac:spMkLst>
            <pc:docMk/>
            <pc:sldMk cId="2474874629" sldId="261"/>
            <ac:spMk id="32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1:45:27.207" v="693" actId="403"/>
          <ac:spMkLst>
            <pc:docMk/>
            <pc:sldMk cId="2474874629" sldId="261"/>
            <ac:spMk id="35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1:46:59.697" v="952" actId="20577"/>
          <ac:spMkLst>
            <pc:docMk/>
            <pc:sldMk cId="2474874629" sldId="261"/>
            <ac:spMk id="39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1:48:52.738" v="1374" actId="1076"/>
          <ac:spMkLst>
            <pc:docMk/>
            <pc:sldMk cId="2474874629" sldId="261"/>
            <ac:spMk id="40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1:49:30.117" v="1380" actId="478"/>
          <ac:spMkLst>
            <pc:docMk/>
            <pc:sldMk cId="2474874629" sldId="261"/>
            <ac:spMk id="41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1:47:16.964" v="1007" actId="20577"/>
          <ac:spMkLst>
            <pc:docMk/>
            <pc:sldMk cId="2474874629" sldId="261"/>
            <ac:spMk id="42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1:47:27.484" v="1010" actId="478"/>
          <ac:spMkLst>
            <pc:docMk/>
            <pc:sldMk cId="2474874629" sldId="261"/>
            <ac:spMk id="43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1:49:28.540" v="1379" actId="478"/>
          <ac:spMkLst>
            <pc:docMk/>
            <pc:sldMk cId="2474874629" sldId="261"/>
            <ac:spMk id="44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1:49:48.708" v="1381" actId="478"/>
          <ac:spMkLst>
            <pc:docMk/>
            <pc:sldMk cId="2474874629" sldId="261"/>
            <ac:spMk id="46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1:51:58.779" v="1764" actId="20577"/>
          <ac:spMkLst>
            <pc:docMk/>
            <pc:sldMk cId="2474874629" sldId="261"/>
            <ac:spMk id="63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1:52:25.366" v="1765" actId="478"/>
          <ac:spMkLst>
            <pc:docMk/>
            <pc:sldMk cId="2474874629" sldId="261"/>
            <ac:spMk id="88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64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65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66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14.155" v="1771" actId="164"/>
          <ac:spMkLst>
            <pc:docMk/>
            <pc:sldMk cId="2474874629" sldId="261"/>
            <ac:spMk id="167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14.155" v="1771" actId="164"/>
          <ac:spMkLst>
            <pc:docMk/>
            <pc:sldMk cId="2474874629" sldId="261"/>
            <ac:spMk id="168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70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71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72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14.155" v="1771" actId="164"/>
          <ac:spMkLst>
            <pc:docMk/>
            <pc:sldMk cId="2474874629" sldId="261"/>
            <ac:spMk id="173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76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14.155" v="1771" actId="164"/>
          <ac:spMkLst>
            <pc:docMk/>
            <pc:sldMk cId="2474874629" sldId="261"/>
            <ac:spMk id="179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81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82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3:25.763" v="1772" actId="164"/>
          <ac:spMkLst>
            <pc:docMk/>
            <pc:sldMk cId="2474874629" sldId="261"/>
            <ac:spMk id="184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4:21.123" v="1779" actId="1076"/>
          <ac:spMkLst>
            <pc:docMk/>
            <pc:sldMk cId="2474874629" sldId="261"/>
            <ac:spMk id="185" creationId="{00000000-0000-0000-0000-000000000000}"/>
          </ac:spMkLst>
        </pc:spChg>
        <pc:spChg chg="mod">
          <ac:chgData name="Seung Woo Lee" userId="37baa658b6efe660" providerId="LiveId" clId="{E71C8B5D-DEF8-4BF0-BA96-63AA1D5B9991}" dt="2026-09-09T12:04:18.041" v="1778" actId="1076"/>
          <ac:spMkLst>
            <pc:docMk/>
            <pc:sldMk cId="2474874629" sldId="261"/>
            <ac:spMk id="186" creationId="{00000000-0000-0000-0000-000000000000}"/>
          </ac:spMkLst>
        </pc:spChg>
        <pc:spChg chg="add del mod">
          <ac:chgData name="Seung Woo Lee" userId="37baa658b6efe660" providerId="LiveId" clId="{E71C8B5D-DEF8-4BF0-BA96-63AA1D5B9991}" dt="2026-09-09T12:04:46.751" v="1786" actId="1076"/>
          <ac:spMkLst>
            <pc:docMk/>
            <pc:sldMk cId="2474874629" sldId="261"/>
            <ac:spMk id="190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2:04:05.118" v="1776" actId="478"/>
          <ac:spMkLst>
            <pc:docMk/>
            <pc:sldMk cId="2474874629" sldId="261"/>
            <ac:spMk id="195" creationId="{00000000-0000-0000-0000-000000000000}"/>
          </ac:spMkLst>
        </pc:spChg>
        <pc:spChg chg="del">
          <ac:chgData name="Seung Woo Lee" userId="37baa658b6efe660" providerId="LiveId" clId="{E71C8B5D-DEF8-4BF0-BA96-63AA1D5B9991}" dt="2026-09-09T12:04:05.118" v="1776" actId="478"/>
          <ac:spMkLst>
            <pc:docMk/>
            <pc:sldMk cId="2474874629" sldId="261"/>
            <ac:spMk id="196" creationId="{00000000-0000-0000-0000-000000000000}"/>
          </ac:spMkLst>
        </pc:spChg>
        <pc:spChg chg="add del">
          <ac:chgData name="Seung Woo Lee" userId="37baa658b6efe660" providerId="LiveId" clId="{E71C8B5D-DEF8-4BF0-BA96-63AA1D5B9991}" dt="2026-09-09T11:47:26.643" v="1009" actId="22"/>
          <ac:spMkLst>
            <pc:docMk/>
            <pc:sldMk cId="2474874629" sldId="261"/>
            <ac:spMk id="199" creationId="{A32DBD8B-8224-0C9E-5563-33FFE9584E73}"/>
          </ac:spMkLst>
        </pc:spChg>
        <pc:spChg chg="add mod">
          <ac:chgData name="Seung Woo Lee" userId="37baa658b6efe660" providerId="LiveId" clId="{E71C8B5D-DEF8-4BF0-BA96-63AA1D5B9991}" dt="2026-09-09T11:49:06.286" v="1378" actId="255"/>
          <ac:spMkLst>
            <pc:docMk/>
            <pc:sldMk cId="2474874629" sldId="261"/>
            <ac:spMk id="202" creationId="{16B89252-1F02-37BE-8D77-48C13433BD34}"/>
          </ac:spMkLst>
        </pc:spChg>
        <pc:grpChg chg="mod">
          <ac:chgData name="Seung Woo Lee" userId="37baa658b6efe660" providerId="LiveId" clId="{E71C8B5D-DEF8-4BF0-BA96-63AA1D5B9991}" dt="2026-09-09T12:03:13.697" v="1770" actId="1076"/>
          <ac:grpSpMkLst>
            <pc:docMk/>
            <pc:sldMk cId="2474874629" sldId="261"/>
            <ac:grpSpMk id="13" creationId="{FF35408D-84F2-768E-0498-E839236AC4D4}"/>
          </ac:grpSpMkLst>
        </pc:grpChg>
        <pc:grpChg chg="mod">
          <ac:chgData name="Seung Woo Lee" userId="37baa658b6efe660" providerId="LiveId" clId="{E71C8B5D-DEF8-4BF0-BA96-63AA1D5B9991}" dt="2026-09-09T12:04:31.159" v="1783" actId="1076"/>
          <ac:grpSpMkLst>
            <pc:docMk/>
            <pc:sldMk cId="2474874629" sldId="261"/>
            <ac:grpSpMk id="41" creationId="{9F2F4A9F-E4B0-0851-F79D-E735165F4D2B}"/>
          </ac:grpSpMkLst>
        </pc:grpChg>
        <pc:picChg chg="add mod">
          <ac:chgData name="Seung Woo Lee" userId="37baa658b6efe660" providerId="LiveId" clId="{E71C8B5D-DEF8-4BF0-BA96-63AA1D5B9991}" dt="2026-09-09T11:39:53.971" v="2" actId="1076"/>
          <ac:picMkLst>
            <pc:docMk/>
            <pc:sldMk cId="2474874629" sldId="261"/>
            <ac:picMk id="9" creationId="{B0E9D51B-EAE1-68B9-7EE6-5FAFBD205319}"/>
          </ac:picMkLst>
        </pc:picChg>
        <pc:picChg chg="add del">
          <ac:chgData name="Seung Woo Lee" userId="37baa658b6efe660" providerId="LiveId" clId="{E71C8B5D-DEF8-4BF0-BA96-63AA1D5B9991}" dt="2026-09-09T11:39:57.765" v="5" actId="22"/>
          <ac:picMkLst>
            <pc:docMk/>
            <pc:sldMk cId="2474874629" sldId="261"/>
            <ac:picMk id="13" creationId="{C86FEA0F-41FA-3921-2D8F-C2FDB5BC9C91}"/>
          </ac:picMkLst>
        </pc:picChg>
        <pc:picChg chg="add mod">
          <ac:chgData name="Seung Woo Lee" userId="37baa658b6efe660" providerId="LiveId" clId="{E71C8B5D-DEF8-4BF0-BA96-63AA1D5B9991}" dt="2026-09-09T11:40:02.471" v="8" actId="1076"/>
          <ac:picMkLst>
            <pc:docMk/>
            <pc:sldMk cId="2474874629" sldId="261"/>
            <ac:picMk id="15" creationId="{F45D22EC-95C4-EA89-A237-2F1E570B5F97}"/>
          </ac:picMkLst>
        </pc:picChg>
        <pc:picChg chg="del">
          <ac:chgData name="Seung Woo Lee" userId="37baa658b6efe660" providerId="LiveId" clId="{E71C8B5D-DEF8-4BF0-BA96-63AA1D5B9991}" dt="2026-09-09T11:39:29.608" v="0" actId="478"/>
          <ac:picMkLst>
            <pc:docMk/>
            <pc:sldMk cId="2474874629" sldId="261"/>
            <ac:picMk id="38" creationId="{00000000-0000-0000-0000-000000000000}"/>
          </ac:picMkLst>
        </pc:picChg>
        <pc:picChg chg="add mod">
          <ac:chgData name="Seung Woo Lee" userId="37baa658b6efe660" providerId="LiveId" clId="{E71C8B5D-DEF8-4BF0-BA96-63AA1D5B9991}" dt="2026-09-09T11:42:03.001" v="11" actId="1076"/>
          <ac:picMkLst>
            <pc:docMk/>
            <pc:sldMk cId="2474874629" sldId="261"/>
            <ac:picMk id="197" creationId="{4A2C1D31-3E9A-5748-3B87-544E751030DB}"/>
          </ac:picMkLst>
        </pc:picChg>
      </pc:sldChg>
    </pc:docChg>
  </pc:docChgLst>
  <pc:docChgLst>
    <pc:chgData name="Seung Woo Lee" userId="37baa658b6efe660" providerId="LiveId" clId="{6E2651E7-263C-4B46-AAD1-DA4B58F6B503}"/>
    <pc:docChg chg="undo custSel modSld">
      <pc:chgData name="Seung Woo Lee" userId="37baa658b6efe660" providerId="LiveId" clId="{6E2651E7-263C-4B46-AAD1-DA4B58F6B503}" dt="2026-09-09T14:46:18.014" v="107" actId="1076"/>
      <pc:docMkLst>
        <pc:docMk/>
      </pc:docMkLst>
      <pc:sldChg chg="addSp delSp modSp mod">
        <pc:chgData name="Seung Woo Lee" userId="37baa658b6efe660" providerId="LiveId" clId="{6E2651E7-263C-4B46-AAD1-DA4B58F6B503}" dt="2026-09-09T14:46:18.014" v="107" actId="1076"/>
        <pc:sldMkLst>
          <pc:docMk/>
          <pc:sldMk cId="2474874629" sldId="261"/>
        </pc:sldMkLst>
        <pc:spChg chg="add mod">
          <ac:chgData name="Seung Woo Lee" userId="37baa658b6efe660" providerId="LiveId" clId="{6E2651E7-263C-4B46-AAD1-DA4B58F6B503}" dt="2026-09-09T14:45:23.950" v="57" actId="1076"/>
          <ac:spMkLst>
            <pc:docMk/>
            <pc:sldMk cId="2474874629" sldId="261"/>
            <ac:spMk id="130" creationId="{55BCBEA4-14F9-F54A-5A66-55AF61E4FB89}"/>
          </ac:spMkLst>
        </pc:spChg>
        <pc:spChg chg="mod">
          <ac:chgData name="Seung Woo Lee" userId="37baa658b6efe660" providerId="LiveId" clId="{6E2651E7-263C-4B46-AAD1-DA4B58F6B503}" dt="2026-09-09T14:44:48.769" v="49" actId="14100"/>
          <ac:spMkLst>
            <pc:docMk/>
            <pc:sldMk cId="2474874629" sldId="261"/>
            <ac:spMk id="161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23.381" v="40" actId="404"/>
          <ac:spMkLst>
            <pc:docMk/>
            <pc:sldMk cId="2474874629" sldId="261"/>
            <ac:spMk id="162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0:55.586" v="22" actId="403"/>
          <ac:spMkLst>
            <pc:docMk/>
            <pc:sldMk cId="2474874629" sldId="261"/>
            <ac:spMk id="163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03.416" v="28" actId="404"/>
          <ac:spMkLst>
            <pc:docMk/>
            <pc:sldMk cId="2474874629" sldId="261"/>
            <ac:spMk id="165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0:55.586" v="22" actId="403"/>
          <ac:spMkLst>
            <pc:docMk/>
            <pc:sldMk cId="2474874629" sldId="261"/>
            <ac:spMk id="166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03.416" v="28" actId="404"/>
          <ac:spMkLst>
            <pc:docMk/>
            <pc:sldMk cId="2474874629" sldId="261"/>
            <ac:spMk id="168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0:55.586" v="22" actId="403"/>
          <ac:spMkLst>
            <pc:docMk/>
            <pc:sldMk cId="2474874629" sldId="261"/>
            <ac:spMk id="169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03.416" v="28" actId="404"/>
          <ac:spMkLst>
            <pc:docMk/>
            <pc:sldMk cId="2474874629" sldId="261"/>
            <ac:spMk id="171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11.964" v="35" actId="403"/>
          <ac:spMkLst>
            <pc:docMk/>
            <pc:sldMk cId="2474874629" sldId="261"/>
            <ac:spMk id="174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11.964" v="35" actId="403"/>
          <ac:spMkLst>
            <pc:docMk/>
            <pc:sldMk cId="2474874629" sldId="261"/>
            <ac:spMk id="176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11.964" v="35" actId="403"/>
          <ac:spMkLst>
            <pc:docMk/>
            <pc:sldMk cId="2474874629" sldId="261"/>
            <ac:spMk id="178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11.964" v="35" actId="403"/>
          <ac:spMkLst>
            <pc:docMk/>
            <pc:sldMk cId="2474874629" sldId="261"/>
            <ac:spMk id="180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11.964" v="35" actId="403"/>
          <ac:spMkLst>
            <pc:docMk/>
            <pc:sldMk cId="2474874629" sldId="261"/>
            <ac:spMk id="182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21:11.964" v="35" actId="403"/>
          <ac:spMkLst>
            <pc:docMk/>
            <pc:sldMk cId="2474874629" sldId="261"/>
            <ac:spMk id="184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46:18.014" v="107" actId="1076"/>
          <ac:spMkLst>
            <pc:docMk/>
            <pc:sldMk cId="2474874629" sldId="261"/>
            <ac:spMk id="185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46:18.014" v="107" actId="1076"/>
          <ac:spMkLst>
            <pc:docMk/>
            <pc:sldMk cId="2474874629" sldId="261"/>
            <ac:spMk id="186" creationId="{00000000-0000-0000-0000-000000000000}"/>
          </ac:spMkLst>
        </pc:spChg>
        <pc:spChg chg="del">
          <ac:chgData name="Seung Woo Lee" userId="37baa658b6efe660" providerId="LiveId" clId="{6E2651E7-263C-4B46-AAD1-DA4B58F6B503}" dt="2026-09-09T14:44:42.497" v="47" actId="478"/>
          <ac:spMkLst>
            <pc:docMk/>
            <pc:sldMk cId="2474874629" sldId="261"/>
            <ac:spMk id="187" creationId="{00000000-0000-0000-0000-000000000000}"/>
          </ac:spMkLst>
        </pc:spChg>
        <pc:spChg chg="del">
          <ac:chgData name="Seung Woo Lee" userId="37baa658b6efe660" providerId="LiveId" clId="{6E2651E7-263C-4B46-AAD1-DA4B58F6B503}" dt="2026-09-09T14:44:43.320" v="48" actId="478"/>
          <ac:spMkLst>
            <pc:docMk/>
            <pc:sldMk cId="2474874629" sldId="261"/>
            <ac:spMk id="188" creationId="{00000000-0000-0000-0000-000000000000}"/>
          </ac:spMkLst>
        </pc:spChg>
        <pc:spChg chg="del">
          <ac:chgData name="Seung Woo Lee" userId="37baa658b6efe660" providerId="LiveId" clId="{6E2651E7-263C-4B46-AAD1-DA4B58F6B503}" dt="2026-09-09T14:07:26.082" v="3" actId="478"/>
          <ac:spMkLst>
            <pc:docMk/>
            <pc:sldMk cId="2474874629" sldId="261"/>
            <ac:spMk id="190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45:32.557" v="69" actId="20577"/>
          <ac:spMkLst>
            <pc:docMk/>
            <pc:sldMk cId="2474874629" sldId="261"/>
            <ac:spMk id="191" creationId="{00000000-0000-0000-0000-000000000000}"/>
          </ac:spMkLst>
        </pc:spChg>
        <pc:spChg chg="del mod">
          <ac:chgData name="Seung Woo Lee" userId="37baa658b6efe660" providerId="LiveId" clId="{6E2651E7-263C-4B46-AAD1-DA4B58F6B503}" dt="2026-09-09T14:44:56.569" v="52" actId="478"/>
          <ac:spMkLst>
            <pc:docMk/>
            <pc:sldMk cId="2474874629" sldId="261"/>
            <ac:spMk id="192" creationId="{00000000-0000-0000-0000-000000000000}"/>
          </ac:spMkLst>
        </pc:spChg>
        <pc:spChg chg="mod">
          <ac:chgData name="Seung Woo Lee" userId="37baa658b6efe660" providerId="LiveId" clId="{6E2651E7-263C-4B46-AAD1-DA4B58F6B503}" dt="2026-09-09T14:45:50.642" v="100" actId="20577"/>
          <ac:spMkLst>
            <pc:docMk/>
            <pc:sldMk cId="2474874629" sldId="261"/>
            <ac:spMk id="194" creationId="{00000000-0000-0000-0000-000000000000}"/>
          </ac:spMkLst>
        </pc:spChg>
        <pc:grpChg chg="mod">
          <ac:chgData name="Seung Woo Lee" userId="37baa658b6efe660" providerId="LiveId" clId="{6E2651E7-263C-4B46-AAD1-DA4B58F6B503}" dt="2026-09-09T14:41:41.722" v="44" actId="1076"/>
          <ac:grpSpMkLst>
            <pc:docMk/>
            <pc:sldMk cId="2474874629" sldId="261"/>
            <ac:grpSpMk id="11" creationId="{00000000-0000-0000-0000-000000000000}"/>
          </ac:grpSpMkLst>
        </pc:grpChg>
        <pc:grpChg chg="mod">
          <ac:chgData name="Seung Woo Lee" userId="37baa658b6efe660" providerId="LiveId" clId="{6E2651E7-263C-4B46-AAD1-DA4B58F6B503}" dt="2026-09-09T14:46:06.387" v="104" actId="1076"/>
          <ac:grpSpMkLst>
            <pc:docMk/>
            <pc:sldMk cId="2474874629" sldId="261"/>
            <ac:grpSpMk id="41" creationId="{9F2F4A9F-E4B0-0851-F79D-E735165F4D2B}"/>
          </ac:grpSpMkLst>
        </pc:grpChg>
        <pc:picChg chg="add del mod">
          <ac:chgData name="Seung Woo Lee" userId="37baa658b6efe660" providerId="LiveId" clId="{6E2651E7-263C-4B46-AAD1-DA4B58F6B503}" dt="2026-09-09T14:44:41.970" v="46" actId="478"/>
          <ac:picMkLst>
            <pc:docMk/>
            <pc:sldMk cId="2474874629" sldId="261"/>
            <ac:picMk id="88" creationId="{985661C5-4C24-EF00-4B60-94A857C3D08C}"/>
          </ac:picMkLst>
        </pc:picChg>
        <pc:picChg chg="del">
          <ac:chgData name="Seung Woo Lee" userId="37baa658b6efe660" providerId="LiveId" clId="{6E2651E7-263C-4B46-AAD1-DA4B58F6B503}" dt="2026-09-09T14:07:24.771" v="2" actId="478"/>
          <ac:picMkLst>
            <pc:docMk/>
            <pc:sldMk cId="2474874629" sldId="261"/>
            <ac:picMk id="189" creationId="{00000000-0000-0000-0000-000000000000}"/>
          </ac:picMkLst>
        </pc:picChg>
        <pc:picChg chg="mod">
          <ac:chgData name="Seung Woo Lee" userId="37baa658b6efe660" providerId="LiveId" clId="{6E2651E7-263C-4B46-AAD1-DA4B58F6B503}" dt="2026-09-09T14:45:41.290" v="72" actId="14100"/>
          <ac:picMkLst>
            <pc:docMk/>
            <pc:sldMk cId="2474874629" sldId="261"/>
            <ac:picMk id="19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21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3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9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1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7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0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4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2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8C2B-BE6A-4123-B1EB-3B148078ED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0" y="0"/>
            <a:ext cx="21383625" cy="6162727"/>
            <a:chOff x="0" y="0"/>
            <a:chExt cx="21383625" cy="616272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1383625" cy="6162727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099300" y="4254500"/>
              <a:ext cx="18453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spc="-150" err="1"/>
                <a:t>이거왜됨연구회</a:t>
              </a:r>
              <a:endParaRPr lang="ko-KR" altLang="en-US" sz="2000" b="1" spc="-1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75300" y="4254500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/>
                <a:t>박영진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09300" y="4254500"/>
              <a:ext cx="2739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/>
                <a:t>이승우</a:t>
              </a:r>
              <a:r>
                <a:rPr lang="en-US" altLang="ko-KR" sz="2000" b="1"/>
                <a:t>, </a:t>
              </a:r>
              <a:r>
                <a:rPr lang="ko-KR" altLang="en-US" sz="2000" b="1" err="1"/>
                <a:t>강주호</a:t>
              </a:r>
              <a:r>
                <a:rPr lang="en-US" altLang="ko-KR" sz="2000" b="1"/>
                <a:t>, </a:t>
              </a:r>
              <a:r>
                <a:rPr lang="ko-KR" altLang="en-US" sz="2000" b="1"/>
                <a:t>이나영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59351" y="1840903"/>
              <a:ext cx="14452600" cy="12003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3DGS 기반 공간 데이터 시각화</a:t>
              </a:r>
              <a:endParaRPr lang="en-US" altLang="ko-KR" sz="8800" b="1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86715" y="1022377"/>
              <a:ext cx="2667590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Demi" panose="020B0703020102020204" pitchFamily="34" charset="0"/>
                  <a:ea typeface="+mj-ea"/>
                </a:rPr>
                <a:t>16</a:t>
              </a:r>
              <a:endParaRPr lang="ko-KR" altLang="en-US" sz="16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703020102020204" pitchFamily="34" charset="0"/>
                <a:ea typeface="+mj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36000" y="5400606"/>
              <a:ext cx="33120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>
                  <a:solidFill>
                    <a:schemeClr val="bg1"/>
                  </a:solidFill>
                </a:rPr>
                <a:t>과제 배경 · 목표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-1" y="13258000"/>
            <a:ext cx="21383625" cy="950925"/>
            <a:chOff x="-1" y="13258000"/>
            <a:chExt cx="21383625" cy="95092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13258000"/>
              <a:ext cx="21383625" cy="950925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036000" y="13439706"/>
              <a:ext cx="33120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>
                  <a:solidFill>
                    <a:schemeClr val="bg1"/>
                  </a:solidFill>
                </a:rPr>
                <a:t>핵심 기술 · 구현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-14288" y="22917075"/>
            <a:ext cx="21383625" cy="950925"/>
            <a:chOff x="-14288" y="22582975"/>
            <a:chExt cx="21383625" cy="95092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288" y="22582975"/>
              <a:ext cx="21383625" cy="95092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576000" y="22774206"/>
              <a:ext cx="22320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>
                  <a:solidFill>
                    <a:schemeClr val="bg1"/>
                  </a:solidFill>
                </a:rPr>
                <a:t>구현 결과</a:t>
              </a: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0" y="28367267"/>
            <a:ext cx="21383625" cy="1907946"/>
            <a:chOff x="0" y="28367267"/>
            <a:chExt cx="21383625" cy="190794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367267"/>
              <a:ext cx="21383625" cy="190794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580574" y="28767317"/>
              <a:ext cx="1140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>
                  <a:solidFill>
                    <a:schemeClr val="bg1">
                      <a:lumMod val="50000"/>
                    </a:schemeClr>
                  </a:solidFill>
                  <a:latin typeface="Arial Black" panose="020B0A04020102020204" pitchFamily="34" charset="0"/>
                </a:rPr>
                <a:t>2026</a:t>
              </a:r>
              <a:endParaRPr lang="ko-KR" altLang="en-US" sz="280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4268450" y="28651200"/>
            <a:ext cx="280035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12000" y="6327000"/>
            <a:ext cx="9396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200" b="1" err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22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err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배경</a:t>
            </a:r>
            <a:endParaRPr sz="2200" b="1">
              <a:solidFill>
                <a:srgbClr val="2E8B3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8000" y="6714000"/>
            <a:ext cx="9396000" cy="32400"/>
          </a:xfrm>
          <a:prstGeom prst="rect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000" y="6876000"/>
            <a:ext cx="9396000" cy="632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기존 전파 시각화는 주로 </a:t>
            </a: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2D </a:t>
            </a:r>
            <a:r>
              <a:rPr lang="ko-KR" altLang="en-US" b="1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히트맵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지도에 국한되어 </a:t>
            </a: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차원 실내 구조를 반영하지 못함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3D </a:t>
            </a:r>
            <a:r>
              <a:rPr lang="ko-KR" altLang="en-US" b="1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히트맵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지도를 만들기 위해선 </a:t>
            </a: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CAD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로 실내 모델을 직접 제작해야 하는 비용 발생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40000" y="6336000"/>
            <a:ext cx="9396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2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과제 목표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340000" y="6714000"/>
            <a:ext cx="9396000" cy="32400"/>
          </a:xfrm>
          <a:prstGeom prst="rect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340000" y="6876000"/>
            <a:ext cx="9396000" cy="964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사진만으로 실제 공간을 </a:t>
            </a: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3D 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로 복원</a:t>
            </a:r>
            <a:endParaRPr lang="en-US" altLang="ko-KR" b="1">
              <a:solidFill>
                <a:srgbClr val="1F2522"/>
              </a:solidFill>
              <a:latin typeface="맑은 고딕"/>
              <a:ea typeface="맑은 고딕"/>
              <a:cs typeface="맑은 고딕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b="1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계산값을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소수의 실측으로 보정해 측정하지 않은 장소까지의 신호 세기 정확도 확보</a:t>
            </a:r>
            <a:endParaRPr lang="en-US" altLang="ko-KR" b="1">
              <a:solidFill>
                <a:srgbClr val="1F2522"/>
              </a:solidFill>
              <a:latin typeface="맑은 고딕"/>
              <a:ea typeface="맑은 고딕"/>
              <a:cs typeface="맑은 고딕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3D 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공간에 신호 </a:t>
            </a:r>
            <a:r>
              <a:rPr lang="ko-KR" altLang="en-US" b="1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히트맵을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겹쳐 </a:t>
            </a:r>
            <a:r>
              <a:rPr lang="en-US" altLang="ko-KR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b="1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핸드헬드</a:t>
            </a:r>
            <a:r>
              <a:rPr lang="ko-KR" altLang="en-US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기기로 확인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000" y="7920000"/>
            <a:ext cx="20088000" cy="5328000"/>
          </a:xfrm>
          <a:prstGeom prst="roundRect">
            <a:avLst>
              <a:gd name="adj" fmla="val 5000"/>
            </a:avLst>
          </a:prstGeom>
          <a:solidFill>
            <a:srgbClr val="F3F8EE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BA0FDD3-777D-93CC-367B-8CA83F3E4DC0}"/>
              </a:ext>
            </a:extLst>
          </p:cNvPr>
          <p:cNvGrpSpPr/>
          <p:nvPr/>
        </p:nvGrpSpPr>
        <p:grpSpPr>
          <a:xfrm>
            <a:off x="864000" y="12080477"/>
            <a:ext cx="6336000" cy="733708"/>
            <a:chOff x="864000" y="12168000"/>
            <a:chExt cx="6336000" cy="733708"/>
          </a:xfrm>
        </p:grpSpPr>
        <p:sp>
          <p:nvSpPr>
            <p:cNvPr id="39" name="TextBox 38"/>
            <p:cNvSpPr txBox="1"/>
            <p:nvPr/>
          </p:nvSpPr>
          <p:spPr>
            <a:xfrm>
              <a:off x="864000" y="12168000"/>
              <a:ext cx="6264000" cy="2496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en-US"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1. </a:t>
              </a:r>
              <a:r>
                <a:rPr lang="ko-KR" altLang="en-US"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사진으로 </a:t>
              </a:r>
              <a:r>
                <a:rPr lang="en-US" altLang="ko-KR"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3D </a:t>
              </a:r>
              <a:r>
                <a:rPr lang="ko-KR" altLang="en-US"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공간 만들기</a:t>
              </a:r>
              <a:endParaRPr sz="15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36000" y="12410099"/>
              <a:ext cx="6264000" cy="49160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ko-KR" altLang="en-US" sz="1400" b="1">
                  <a:latin typeface="맑은 고딕"/>
                  <a:ea typeface="맑은 고딕"/>
                  <a:cs typeface="맑은 고딕"/>
                </a:rPr>
                <a:t>실내 공간을 정</a:t>
              </a:r>
              <a:r>
                <a:rPr lang="en-US" altLang="ko-KR" sz="1400" b="1">
                  <a:latin typeface="맑은 고딕"/>
                  <a:ea typeface="맑은 고딕"/>
                  <a:cs typeface="맑은 고딕"/>
                </a:rPr>
                <a:t>/</a:t>
              </a:r>
              <a:r>
                <a:rPr lang="ko-KR" altLang="en-US" sz="1400" b="1">
                  <a:latin typeface="맑은 고딕"/>
                  <a:ea typeface="맑은 고딕"/>
                  <a:cs typeface="맑은 고딕"/>
                </a:rPr>
                <a:t>역방향으로 돌며 동영상 또는 사진 촬영</a:t>
              </a:r>
              <a:endParaRPr lang="en-US" altLang="ko-KR" sz="1400" b="1">
                <a:latin typeface="맑은 고딕"/>
                <a:ea typeface="맑은 고딕"/>
                <a:cs typeface="맑은 고딕"/>
              </a:endParaRPr>
            </a:p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altLang="ko-KR" sz="1400" b="1">
                  <a:latin typeface="맑은 고딕"/>
                  <a:ea typeface="맑은 고딕"/>
                  <a:cs typeface="맑은 고딕"/>
                </a:rPr>
                <a:t>COLMAP</a:t>
              </a:r>
              <a:r>
                <a:rPr lang="ko-KR" altLang="en-US" sz="1400" b="1">
                  <a:latin typeface="맑은 고딕"/>
                  <a:ea typeface="맑은 고딕"/>
                  <a:cs typeface="맑은 고딕"/>
                </a:rPr>
                <a:t>과 </a:t>
              </a:r>
              <a:r>
                <a:rPr lang="en-US" altLang="ko-KR" sz="1400" b="1">
                  <a:latin typeface="맑은 고딕"/>
                  <a:ea typeface="맑은 고딕"/>
                  <a:cs typeface="맑은 고딕"/>
                </a:rPr>
                <a:t>3DGS + PGSR</a:t>
              </a:r>
              <a:r>
                <a:rPr lang="ko-KR" altLang="en-US" sz="1400" b="1">
                  <a:latin typeface="맑은 고딕"/>
                  <a:ea typeface="맑은 고딕"/>
                  <a:cs typeface="맑은 고딕"/>
                </a:rPr>
                <a:t>을 통해 사진을 </a:t>
              </a:r>
              <a:r>
                <a:rPr lang="en-US" altLang="ko-KR" sz="1400" b="1">
                  <a:latin typeface="맑은 고딕"/>
                  <a:ea typeface="맑은 고딕"/>
                  <a:cs typeface="맑은 고딕"/>
                </a:rPr>
                <a:t>3D </a:t>
              </a:r>
              <a:r>
                <a:rPr lang="ko-KR" altLang="en-US" sz="1400" b="1">
                  <a:latin typeface="맑은 고딕"/>
                  <a:ea typeface="맑은 고딕"/>
                  <a:cs typeface="맑은 고딕"/>
                </a:rPr>
                <a:t>공간으로 변환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648000" y="14472000"/>
            <a:ext cx="4806000" cy="37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Picture 47" descr="recon_3dgs.png"/>
          <p:cNvPicPr>
            <a:picLocks noChangeAspect="1"/>
          </p:cNvPicPr>
          <p:nvPr/>
        </p:nvPicPr>
        <p:blipFill>
          <a:blip r:embed="rId5"/>
          <a:srcRect t="18650" b="18650"/>
          <a:stretch>
            <a:fillRect/>
          </a:stretch>
        </p:blipFill>
        <p:spPr>
          <a:xfrm>
            <a:off x="756000" y="14580000"/>
            <a:ext cx="4590000" cy="1584000"/>
          </a:xfrm>
          <a:prstGeom prst="rect">
            <a:avLst/>
          </a:prstGeom>
          <a:ln w="9525">
            <a:solidFill>
              <a:srgbClr val="C9DCB0"/>
            </a:solidFill>
          </a:ln>
        </p:spPr>
      </p:pic>
      <p:sp>
        <p:nvSpPr>
          <p:cNvPr id="49" name="Oval 48"/>
          <p:cNvSpPr/>
          <p:nvPr/>
        </p:nvSpPr>
        <p:spPr>
          <a:xfrm>
            <a:off x="828000" y="16308000"/>
            <a:ext cx="288000" cy="288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4000" y="16326000"/>
            <a:ext cx="4086000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PGSR·3DGS </a:t>
            </a:r>
            <a:r>
              <a:rPr lang="ko-KR" altLang="en-US" b="1" err="1">
                <a:solidFill>
                  <a:schemeClr val="accent2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재구성</a:t>
            </a:r>
            <a:endParaRPr lang="ko-KR" altLang="en-US" b="1">
              <a:solidFill>
                <a:schemeClr val="accent2">
                  <a:lumMod val="7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28000" y="16686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8000" y="17154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8000" y="17622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D6B074B-F266-43EA-35A8-666D15D56EB7}"/>
              </a:ext>
            </a:extLst>
          </p:cNvPr>
          <p:cNvGrpSpPr/>
          <p:nvPr/>
        </p:nvGrpSpPr>
        <p:grpSpPr>
          <a:xfrm>
            <a:off x="828000" y="16776000"/>
            <a:ext cx="4446000" cy="1169077"/>
            <a:chOff x="828000" y="16704000"/>
            <a:chExt cx="4446000" cy="1169077"/>
          </a:xfrm>
        </p:grpSpPr>
        <p:sp>
          <p:nvSpPr>
            <p:cNvPr id="52" name="TextBox 51"/>
            <p:cNvSpPr txBox="1"/>
            <p:nvPr/>
          </p:nvSpPr>
          <p:spPr>
            <a:xfrm>
              <a:off x="828000" y="16704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원리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476000" y="16704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멀티 뷰 이미지 기반 Gaussian 학습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28000" y="17172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역할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476000" y="17172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실내 공간의 3D 장면 복원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28000" y="17640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산출물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476000" y="17640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Gaussian Scene · Surface Mesh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5742000" y="14472000"/>
            <a:ext cx="4806000" cy="37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1" name="Picture 60" descr="proxy_topview.png"/>
          <p:cNvPicPr>
            <a:picLocks noChangeAspect="1"/>
          </p:cNvPicPr>
          <p:nvPr/>
        </p:nvPicPr>
        <p:blipFill>
          <a:blip r:embed="rId6"/>
          <a:srcRect t="25350" b="25350"/>
          <a:stretch>
            <a:fillRect/>
          </a:stretch>
        </p:blipFill>
        <p:spPr>
          <a:xfrm>
            <a:off x="5850000" y="14580000"/>
            <a:ext cx="4590000" cy="1584000"/>
          </a:xfrm>
          <a:prstGeom prst="rect">
            <a:avLst/>
          </a:prstGeom>
          <a:ln w="9525">
            <a:solidFill>
              <a:srgbClr val="C9DCB0"/>
            </a:solidFill>
          </a:ln>
        </p:spPr>
      </p:pic>
      <p:sp>
        <p:nvSpPr>
          <p:cNvPr id="62" name="Oval 61"/>
          <p:cNvSpPr/>
          <p:nvPr/>
        </p:nvSpPr>
        <p:spPr>
          <a:xfrm>
            <a:off x="5922000" y="16308000"/>
            <a:ext cx="288000" cy="288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18000" y="16326000"/>
            <a:ext cx="4086000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Proxy Mesh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22000" y="16686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22000" y="17154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922000" y="17622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08CDBFF-8932-17F1-4E6D-FF303444809C}"/>
              </a:ext>
            </a:extLst>
          </p:cNvPr>
          <p:cNvGrpSpPr/>
          <p:nvPr/>
        </p:nvGrpSpPr>
        <p:grpSpPr>
          <a:xfrm>
            <a:off x="5922000" y="16776000"/>
            <a:ext cx="4446000" cy="1169077"/>
            <a:chOff x="5922000" y="16704000"/>
            <a:chExt cx="4446000" cy="1169077"/>
          </a:xfrm>
        </p:grpSpPr>
        <p:sp>
          <p:nvSpPr>
            <p:cNvPr id="65" name="TextBox 64"/>
            <p:cNvSpPr txBox="1"/>
            <p:nvPr/>
          </p:nvSpPr>
          <p:spPr>
            <a:xfrm>
              <a:off x="5922000" y="16704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원리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570000" y="16704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실측 길이로 Scale 및 좌표 정렬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922000" y="17172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역할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570000" y="17172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RF 계산용 단순화한 공간 모델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922000" y="17640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산출물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570000" y="17640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Proxy Mesh · Sionna Scene</a:t>
              </a:r>
            </a:p>
          </p:txBody>
        </p:sp>
      </p:grpSp>
      <p:sp>
        <p:nvSpPr>
          <p:cNvPr id="73" name="Rounded Rectangle 72"/>
          <p:cNvSpPr/>
          <p:nvPr/>
        </p:nvSpPr>
        <p:spPr>
          <a:xfrm>
            <a:off x="10836000" y="14472000"/>
            <a:ext cx="4806000" cy="37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4" name="Picture 73" descr="sionna_rssi_map.png"/>
          <p:cNvPicPr>
            <a:picLocks noChangeAspect="1"/>
          </p:cNvPicPr>
          <p:nvPr/>
        </p:nvPicPr>
        <p:blipFill>
          <a:blip r:embed="rId7"/>
          <a:srcRect t="26275" b="26275"/>
          <a:stretch>
            <a:fillRect/>
          </a:stretch>
        </p:blipFill>
        <p:spPr>
          <a:xfrm>
            <a:off x="10944000" y="14580000"/>
            <a:ext cx="4590000" cy="1584000"/>
          </a:xfrm>
          <a:prstGeom prst="rect">
            <a:avLst/>
          </a:prstGeom>
          <a:ln w="9525">
            <a:solidFill>
              <a:srgbClr val="C9DCB0"/>
            </a:solidFill>
          </a:ln>
        </p:spPr>
      </p:pic>
      <p:sp>
        <p:nvSpPr>
          <p:cNvPr id="75" name="Oval 74"/>
          <p:cNvSpPr/>
          <p:nvPr/>
        </p:nvSpPr>
        <p:spPr>
          <a:xfrm>
            <a:off x="11016000" y="16308000"/>
            <a:ext cx="288000" cy="288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12000" y="16326000"/>
            <a:ext cx="4086000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Sionna RT · Residual IDW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16000" y="16686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016000" y="17154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016000" y="17622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D84594A-8688-E2AF-C44C-D5CE75189094}"/>
              </a:ext>
            </a:extLst>
          </p:cNvPr>
          <p:cNvGrpSpPr/>
          <p:nvPr/>
        </p:nvGrpSpPr>
        <p:grpSpPr>
          <a:xfrm>
            <a:off x="11016000" y="16776000"/>
            <a:ext cx="4446000" cy="1169077"/>
            <a:chOff x="11016000" y="16704000"/>
            <a:chExt cx="4446000" cy="1169077"/>
          </a:xfrm>
        </p:grpSpPr>
        <p:sp>
          <p:nvSpPr>
            <p:cNvPr id="78" name="TextBox 77"/>
            <p:cNvSpPr txBox="1"/>
            <p:nvPr/>
          </p:nvSpPr>
          <p:spPr>
            <a:xfrm>
              <a:off x="11016000" y="16704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원리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664000" y="16704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RT 예측 + 실측 잔차의 공간 보간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016000" y="17172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역할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1664000" y="17172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보정된 RF Field 생성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1016000" y="17640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산출물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1664000" y="17640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3D RF Volume (m 단위)</a:t>
              </a:r>
            </a:p>
          </p:txBody>
        </p:sp>
      </p:grpSp>
      <p:sp>
        <p:nvSpPr>
          <p:cNvPr id="86" name="Rounded Rectangle 85"/>
          <p:cNvSpPr/>
          <p:nvPr/>
        </p:nvSpPr>
        <p:spPr>
          <a:xfrm>
            <a:off x="15930000" y="14472000"/>
            <a:ext cx="4806000" cy="37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7" name="Picture 86" descr="sibr_viewer.png"/>
          <p:cNvPicPr>
            <a:picLocks noChangeAspect="1"/>
          </p:cNvPicPr>
          <p:nvPr/>
        </p:nvPicPr>
        <p:blipFill>
          <a:blip r:embed="rId8"/>
          <a:srcRect t="21242" b="21242"/>
          <a:stretch>
            <a:fillRect/>
          </a:stretch>
        </p:blipFill>
        <p:spPr>
          <a:xfrm>
            <a:off x="16038000" y="14580000"/>
            <a:ext cx="4590000" cy="1584000"/>
          </a:xfrm>
          <a:prstGeom prst="rect">
            <a:avLst/>
          </a:prstGeom>
          <a:ln w="9525">
            <a:solidFill>
              <a:srgbClr val="C9DCB0"/>
            </a:solidFill>
          </a:ln>
        </p:spPr>
      </p:pic>
      <p:sp>
        <p:nvSpPr>
          <p:cNvPr id="89" name="Oval 88"/>
          <p:cNvSpPr/>
          <p:nvPr/>
        </p:nvSpPr>
        <p:spPr>
          <a:xfrm>
            <a:off x="16110000" y="16308000"/>
            <a:ext cx="288000" cy="288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506000" y="16326000"/>
            <a:ext cx="4086000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SIBR RF Volume Viewer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110000" y="16686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6110000" y="17154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6110000" y="17622000"/>
            <a:ext cx="4446000" cy="14400"/>
          </a:xfrm>
          <a:prstGeom prst="rect">
            <a:avLst/>
          </a:prstGeom>
          <a:solidFill>
            <a:srgbClr val="C9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648000" y="18788400"/>
            <a:ext cx="11880000" cy="3960000"/>
          </a:xfrm>
          <a:prstGeom prst="roundRect">
            <a:avLst>
              <a:gd name="adj" fmla="val 5000"/>
            </a:avLst>
          </a:prstGeom>
          <a:solidFill>
            <a:srgbClr val="F3F8EE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648000" y="18788400"/>
            <a:ext cx="11880000" cy="468000"/>
          </a:xfrm>
          <a:prstGeom prst="roundRect">
            <a:avLst>
              <a:gd name="adj" fmla="val 12000"/>
            </a:avLst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RF Field 보정 원리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6000" y="19364400"/>
            <a:ext cx="11304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공간 구조와 현장 측정값을 결합하여 더 정확한 RF Field를 생성합니다.</a:t>
            </a:r>
          </a:p>
        </p:txBody>
      </p:sp>
      <p:sp>
        <p:nvSpPr>
          <p:cNvPr id="103" name="Oval 102"/>
          <p:cNvSpPr/>
          <p:nvPr/>
        </p:nvSpPr>
        <p:spPr>
          <a:xfrm>
            <a:off x="936000" y="19760400"/>
            <a:ext cx="324000" cy="324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04000" y="19724400"/>
            <a:ext cx="216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Sionna RT 예측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04000" y="20012400"/>
            <a:ext cx="630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공간 구조를 반영한 기본 전파 예측 생성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8000" y="20246400"/>
            <a:ext cx="14400" cy="90000"/>
          </a:xfrm>
          <a:prstGeom prst="rect">
            <a:avLst/>
          </a:prstGeom>
          <a:solidFill>
            <a:srgbClr val="A3C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936000" y="20372400"/>
            <a:ext cx="324000" cy="324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04000" y="20336400"/>
            <a:ext cx="216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잔차 계산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04000" y="20624400"/>
            <a:ext cx="630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실측 RSSI와 RT 예측값의 차이 계산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72000" y="20318400"/>
            <a:ext cx="3888000" cy="28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000" rIns="54000" rtlCol="0" anchor="ctr"/>
          <a:lstStyle/>
          <a:p>
            <a:pPr algn="ctr"/>
            <a:r>
              <a:rPr sz="105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잔차 = RSSI실측 − RSSI RT예측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98000" y="20858400"/>
            <a:ext cx="14400" cy="90000"/>
          </a:xfrm>
          <a:prstGeom prst="rect">
            <a:avLst/>
          </a:prstGeom>
          <a:solidFill>
            <a:srgbClr val="A3C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936000" y="20984400"/>
            <a:ext cx="324000" cy="324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04000" y="20948400"/>
            <a:ext cx="216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Residual IDW 보간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04000" y="21236400"/>
            <a:ext cx="630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잔차를 공간적으로 보간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98000" y="21470400"/>
            <a:ext cx="14400" cy="90000"/>
          </a:xfrm>
          <a:prstGeom prst="rect">
            <a:avLst/>
          </a:prstGeom>
          <a:solidFill>
            <a:srgbClr val="A3C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36000" y="21596400"/>
            <a:ext cx="324000" cy="324000"/>
          </a:xfrm>
          <a:prstGeom prst="ellipse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04000" y="21560400"/>
            <a:ext cx="216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최종 RF Field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04000" y="21848400"/>
            <a:ext cx="630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RT 예측값 + 보정 잔차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704000" y="19724400"/>
            <a:ext cx="2088000" cy="15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0" name="Picture 119" descr="trim_residual_poi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8000" y="19794120"/>
            <a:ext cx="1980000" cy="1444559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7704000" y="21362400"/>
            <a:ext cx="2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실측 − 예측 잔차 분포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152000" y="19724400"/>
            <a:ext cx="2088000" cy="15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3" name="Picture 122" descr="trim_residual_idw_f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6000" y="19819890"/>
            <a:ext cx="1980000" cy="1393019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0152000" y="21362400"/>
            <a:ext cx="2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보간·보정된 RF Field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9810000" y="20408400"/>
            <a:ext cx="252000" cy="201600"/>
          </a:xfrm>
          <a:prstGeom prst="rightArrow">
            <a:avLst/>
          </a:prstGeom>
          <a:solidFill>
            <a:srgbClr val="A3C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864000" y="22208400"/>
            <a:ext cx="11448000" cy="396000"/>
          </a:xfrm>
          <a:prstGeom prst="roundRect">
            <a:avLst>
              <a:gd name="adj" fmla="val 5000"/>
            </a:avLst>
          </a:prstGeom>
          <a:solidFill>
            <a:srgbClr val="E9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80000" y="22302000"/>
            <a:ext cx="11016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1F6B2B"/>
                </a:solidFill>
                <a:latin typeface="맑은 고딕"/>
                <a:ea typeface="맑은 고딕"/>
                <a:cs typeface="맑은 고딕"/>
              </a:rPr>
              <a:t>✓  공간 구조는 RT가 반영하고, 현장 오차는 실측 잔차가 보정합니다.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2816000" y="18788400"/>
            <a:ext cx="7920000" cy="3960000"/>
          </a:xfrm>
          <a:prstGeom prst="roundRect">
            <a:avLst>
              <a:gd name="adj" fmla="val 5000"/>
            </a:avLst>
          </a:prstGeom>
          <a:solidFill>
            <a:srgbClr val="F3F8EE"/>
          </a:solidFill>
          <a:ln w="12700">
            <a:solidFill>
              <a:srgbClr val="C9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12816000" y="18788400"/>
            <a:ext cx="7920000" cy="468000"/>
          </a:xfrm>
          <a:prstGeom prst="roundRect">
            <a:avLst>
              <a:gd name="adj" fmla="val 18000"/>
            </a:avLst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Workflow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7A1E4A3-660E-895D-9861-58C3EECBA0AA}"/>
              </a:ext>
            </a:extLst>
          </p:cNvPr>
          <p:cNvGrpSpPr>
            <a:grpSpLocks/>
          </p:cNvGrpSpPr>
          <p:nvPr/>
        </p:nvGrpSpPr>
        <p:grpSpPr>
          <a:xfrm>
            <a:off x="13031625" y="19504138"/>
            <a:ext cx="7488000" cy="418994"/>
            <a:chOff x="13032000" y="19134923"/>
            <a:chExt cx="7488000" cy="418993"/>
          </a:xfrm>
        </p:grpSpPr>
        <p:sp>
          <p:nvSpPr>
            <p:cNvPr id="131" name="Rounded Rectangle 130"/>
            <p:cNvSpPr/>
            <p:nvPr/>
          </p:nvSpPr>
          <p:spPr>
            <a:xfrm>
              <a:off x="13032000" y="19139916"/>
              <a:ext cx="7488000" cy="41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C9D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32" name="Oval 131"/>
            <p:cNvSpPr/>
            <p:nvPr/>
          </p:nvSpPr>
          <p:spPr>
            <a:xfrm>
              <a:off x="13140000" y="19211916"/>
              <a:ext cx="270000" cy="270000"/>
            </a:xfrm>
            <a:prstGeom prst="ellipse">
              <a:avLst/>
            </a:prstGeom>
            <a:solidFill>
              <a:srgbClr val="2E8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5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3500000" y="19134923"/>
              <a:ext cx="6984000" cy="2330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ESP32  RSSI 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측정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3500000" y="19314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현장에서 </a:t>
              </a:r>
              <a:r>
                <a:rPr lang="en-US" altLang="ko-KR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Wi-Fi RSSI </a:t>
              </a: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수집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AF262B1-1508-AC49-7BE8-7B1AB08D5646}"/>
              </a:ext>
            </a:extLst>
          </p:cNvPr>
          <p:cNvGrpSpPr>
            <a:grpSpLocks/>
          </p:cNvGrpSpPr>
          <p:nvPr/>
        </p:nvGrpSpPr>
        <p:grpSpPr>
          <a:xfrm>
            <a:off x="13031625" y="19918799"/>
            <a:ext cx="7488000" cy="554171"/>
            <a:chOff x="13032000" y="19558789"/>
            <a:chExt cx="7488000" cy="554171"/>
          </a:xfrm>
        </p:grpSpPr>
        <p:sp>
          <p:nvSpPr>
            <p:cNvPr id="135" name="Down Arrow 134"/>
            <p:cNvSpPr/>
            <p:nvPr/>
          </p:nvSpPr>
          <p:spPr>
            <a:xfrm>
              <a:off x="16938000" y="19558789"/>
              <a:ext cx="144000" cy="576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3032000" y="19625916"/>
              <a:ext cx="7488000" cy="41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C9D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37" name="Oval 136"/>
            <p:cNvSpPr/>
            <p:nvPr/>
          </p:nvSpPr>
          <p:spPr>
            <a:xfrm>
              <a:off x="13140000" y="19697916"/>
              <a:ext cx="270000" cy="270000"/>
            </a:xfrm>
            <a:prstGeom prst="ellipse">
              <a:avLst/>
            </a:prstGeom>
            <a:solidFill>
              <a:srgbClr val="2E8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5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2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3500000" y="19620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Gateway  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수집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3500000" y="19800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센서 데이터를 패킷으로 수집</a:t>
              </a:r>
            </a:p>
          </p:txBody>
        </p:sp>
        <p:sp>
          <p:nvSpPr>
            <p:cNvPr id="140" name="Down Arrow 139"/>
            <p:cNvSpPr/>
            <p:nvPr/>
          </p:nvSpPr>
          <p:spPr>
            <a:xfrm>
              <a:off x="16938000" y="20055360"/>
              <a:ext cx="144000" cy="576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B6B8125-FCB1-7AE2-85F3-231F26F99B15}"/>
              </a:ext>
            </a:extLst>
          </p:cNvPr>
          <p:cNvGrpSpPr>
            <a:grpSpLocks/>
          </p:cNvGrpSpPr>
          <p:nvPr/>
        </p:nvGrpSpPr>
        <p:grpSpPr>
          <a:xfrm>
            <a:off x="13031625" y="20479207"/>
            <a:ext cx="7488000" cy="418994"/>
            <a:chOff x="13032000" y="20106923"/>
            <a:chExt cx="7488000" cy="418993"/>
          </a:xfrm>
        </p:grpSpPr>
        <p:sp>
          <p:nvSpPr>
            <p:cNvPr id="141" name="Rounded Rectangle 140"/>
            <p:cNvSpPr/>
            <p:nvPr/>
          </p:nvSpPr>
          <p:spPr>
            <a:xfrm>
              <a:off x="13032000" y="20111916"/>
              <a:ext cx="7488000" cy="41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C9D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40000" y="20183916"/>
              <a:ext cx="270000" cy="270000"/>
            </a:xfrm>
            <a:prstGeom prst="ellipse">
              <a:avLst/>
            </a:prstGeom>
            <a:solidFill>
              <a:srgbClr val="2E8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5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3500000" y="20106923"/>
              <a:ext cx="6984000" cy="2330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STM32 / PC Bridge  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전송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3500000" y="20286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수집 데이터를 시리얼</a:t>
              </a:r>
              <a:r>
                <a:rPr lang="en-US" altLang="ko-KR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·MQTT</a:t>
              </a: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로 전송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7F41319-CC32-EA7A-5F56-CBB7B9359F00}"/>
              </a:ext>
            </a:extLst>
          </p:cNvPr>
          <p:cNvGrpSpPr>
            <a:grpSpLocks/>
          </p:cNvGrpSpPr>
          <p:nvPr/>
        </p:nvGrpSpPr>
        <p:grpSpPr>
          <a:xfrm>
            <a:off x="13031625" y="20904482"/>
            <a:ext cx="7488000" cy="470556"/>
            <a:chOff x="13032000" y="20541360"/>
            <a:chExt cx="7488000" cy="470556"/>
          </a:xfrm>
        </p:grpSpPr>
        <p:sp>
          <p:nvSpPr>
            <p:cNvPr id="145" name="Down Arrow 144"/>
            <p:cNvSpPr/>
            <p:nvPr/>
          </p:nvSpPr>
          <p:spPr>
            <a:xfrm>
              <a:off x="16938000" y="20541360"/>
              <a:ext cx="144000" cy="576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032000" y="20597916"/>
              <a:ext cx="7488000" cy="41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C9D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3140000" y="20669916"/>
              <a:ext cx="270000" cy="270000"/>
            </a:xfrm>
            <a:prstGeom prst="ellipse">
              <a:avLst/>
            </a:prstGeom>
            <a:solidFill>
              <a:srgbClr val="2E8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5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4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3500000" y="20592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Backend  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분석</a:t>
              </a:r>
              <a:r>
                <a:rPr lang="en-US" altLang="ko-KR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·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저장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3500000" y="20772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데이터 분석 및 </a:t>
              </a:r>
              <a:r>
                <a:rPr lang="en-US" altLang="ko-KR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DB </a:t>
              </a: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저장</a:t>
              </a:r>
            </a:p>
          </p:txBody>
        </p:sp>
      </p:grpSp>
      <p:sp>
        <p:nvSpPr>
          <p:cNvPr id="150" name="Down Arrow 149"/>
          <p:cNvSpPr>
            <a:spLocks/>
          </p:cNvSpPr>
          <p:nvPr/>
        </p:nvSpPr>
        <p:spPr>
          <a:xfrm>
            <a:off x="16937625" y="21381231"/>
            <a:ext cx="144000" cy="57600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AAE58206-08AA-74C8-C71D-42EF0E5109F1}"/>
              </a:ext>
            </a:extLst>
          </p:cNvPr>
          <p:cNvGrpSpPr>
            <a:grpSpLocks/>
          </p:cNvGrpSpPr>
          <p:nvPr/>
        </p:nvGrpSpPr>
        <p:grpSpPr>
          <a:xfrm>
            <a:off x="13031625" y="21445070"/>
            <a:ext cx="7488000" cy="418994"/>
            <a:chOff x="13032000" y="21078923"/>
            <a:chExt cx="7488000" cy="418993"/>
          </a:xfrm>
        </p:grpSpPr>
        <p:sp>
          <p:nvSpPr>
            <p:cNvPr id="151" name="Rounded Rectangle 150"/>
            <p:cNvSpPr/>
            <p:nvPr/>
          </p:nvSpPr>
          <p:spPr>
            <a:xfrm>
              <a:off x="13032000" y="21083916"/>
              <a:ext cx="7488000" cy="41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C9D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52" name="Oval 151"/>
            <p:cNvSpPr/>
            <p:nvPr/>
          </p:nvSpPr>
          <p:spPr>
            <a:xfrm>
              <a:off x="13140000" y="21155916"/>
              <a:ext cx="270000" cy="270000"/>
            </a:xfrm>
            <a:prstGeom prst="ellipse">
              <a:avLst/>
            </a:prstGeom>
            <a:solidFill>
              <a:srgbClr val="2E8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5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3500000" y="21078923"/>
              <a:ext cx="6984000" cy="2330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Graphics  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시각화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3500000" y="21258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ko-KR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3D </a:t>
              </a: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공간과 </a:t>
              </a:r>
              <a:r>
                <a:rPr lang="en-US" altLang="ko-KR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RF Field </a:t>
              </a: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렌더링</a:t>
              </a:r>
            </a:p>
          </p:txBody>
        </p:sp>
      </p:grpSp>
      <p:sp>
        <p:nvSpPr>
          <p:cNvPr id="155" name="Down Arrow 154"/>
          <p:cNvSpPr>
            <a:spLocks/>
          </p:cNvSpPr>
          <p:nvPr/>
        </p:nvSpPr>
        <p:spPr>
          <a:xfrm>
            <a:off x="16937625" y="21870300"/>
            <a:ext cx="144000" cy="57600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15768130-1782-1C8A-20F8-1513BDFA10C4}"/>
              </a:ext>
            </a:extLst>
          </p:cNvPr>
          <p:cNvGrpSpPr>
            <a:grpSpLocks/>
          </p:cNvGrpSpPr>
          <p:nvPr/>
        </p:nvGrpSpPr>
        <p:grpSpPr>
          <a:xfrm>
            <a:off x="13031625" y="21934138"/>
            <a:ext cx="7488000" cy="418994"/>
            <a:chOff x="13032000" y="21564923"/>
            <a:chExt cx="7488000" cy="418993"/>
          </a:xfrm>
        </p:grpSpPr>
        <p:sp>
          <p:nvSpPr>
            <p:cNvPr id="156" name="Rounded Rectangle 155"/>
            <p:cNvSpPr/>
            <p:nvPr/>
          </p:nvSpPr>
          <p:spPr>
            <a:xfrm>
              <a:off x="13032000" y="21569916"/>
              <a:ext cx="7488000" cy="41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C9D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57" name="Oval 156"/>
            <p:cNvSpPr/>
            <p:nvPr/>
          </p:nvSpPr>
          <p:spPr>
            <a:xfrm>
              <a:off x="13140000" y="21641916"/>
              <a:ext cx="270000" cy="270000"/>
            </a:xfrm>
            <a:prstGeom prst="ellipse">
              <a:avLst/>
            </a:prstGeom>
            <a:solidFill>
              <a:srgbClr val="2E8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5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6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3500000" y="21564923"/>
              <a:ext cx="6984000" cy="2330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Handheld  </a:t>
              </a:r>
              <a:r>
                <a:rPr lang="ko-KR" altLang="en-US" sz="135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탐색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3500000" y="21744923"/>
              <a:ext cx="6984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350"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현장에서 직접 탐색 및 시점 제어</a:t>
              </a: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648000" y="23868000"/>
            <a:ext cx="630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RF 예측 정확도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8000" y="24245999"/>
            <a:ext cx="9756000" cy="45719"/>
          </a:xfrm>
          <a:prstGeom prst="rect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48000" y="24440400"/>
            <a:ext cx="6300000" cy="233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MAE (dB) </a:t>
            </a:r>
            <a:r>
              <a:rPr sz="1400" b="0" dirty="0" err="1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낮을수록</a:t>
            </a:r>
            <a:r>
              <a:rPr sz="1400" b="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실측값에</a:t>
            </a:r>
            <a:r>
              <a:rPr sz="1400" b="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가까움</a:t>
            </a:r>
            <a:endParaRPr sz="1400" b="0" dirty="0">
              <a:solidFill>
                <a:srgbClr val="6B726C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F4A9F-E4B0-0851-F79D-E735165F4D2B}"/>
              </a:ext>
            </a:extLst>
          </p:cNvPr>
          <p:cNvGrpSpPr/>
          <p:nvPr/>
        </p:nvGrpSpPr>
        <p:grpSpPr>
          <a:xfrm>
            <a:off x="648000" y="24993986"/>
            <a:ext cx="5706000" cy="2130485"/>
            <a:chOff x="648000" y="24764400"/>
            <a:chExt cx="5184000" cy="1570708"/>
          </a:xfrm>
        </p:grpSpPr>
        <p:sp>
          <p:nvSpPr>
            <p:cNvPr id="163" name="TextBox 162"/>
            <p:cNvSpPr txBox="1"/>
            <p:nvPr/>
          </p:nvSpPr>
          <p:spPr>
            <a:xfrm>
              <a:off x="648000" y="24793200"/>
              <a:ext cx="136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1" dirty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Residual IDW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2088000" y="24764400"/>
              <a:ext cx="1267200" cy="252000"/>
            </a:xfrm>
            <a:prstGeom prst="rect">
              <a:avLst/>
            </a:prstGeom>
            <a:solidFill>
              <a:srgbClr val="F0821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427200" y="24793200"/>
              <a:ext cx="576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b="1" dirty="0">
                  <a:solidFill>
                    <a:srgbClr val="F08213"/>
                  </a:solidFill>
                  <a:latin typeface="맑은 고딕"/>
                  <a:ea typeface="맑은 고딕"/>
                  <a:cs typeface="맑은 고딕"/>
                </a:rPr>
                <a:t>3.52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48000" y="25225200"/>
              <a:ext cx="136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 dirty="0" err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일반</a:t>
              </a:r>
              <a:r>
                <a:rPr b="0" dirty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 IDW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088000" y="25196400"/>
              <a:ext cx="1969199" cy="252000"/>
            </a:xfrm>
            <a:prstGeom prst="rect">
              <a:avLst/>
            </a:prstGeom>
            <a:solidFill>
              <a:srgbClr val="7EC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129199" y="25225200"/>
              <a:ext cx="576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b="1">
                  <a:solidFill>
                    <a:srgbClr val="7EC892"/>
                  </a:solidFill>
                  <a:latin typeface="맑은 고딕"/>
                  <a:ea typeface="맑은 고딕"/>
                  <a:cs typeface="맑은 고딕"/>
                </a:rPr>
                <a:t>5.47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648000" y="25657200"/>
              <a:ext cx="136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Sionna RT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088000" y="25628400"/>
              <a:ext cx="2851200" cy="252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5011200" y="25657200"/>
              <a:ext cx="576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b="1">
                  <a:solidFill>
                    <a:srgbClr val="9EA89E"/>
                  </a:solidFill>
                  <a:latin typeface="맑은 고딕"/>
                  <a:ea typeface="맑은 고딕"/>
                  <a:cs typeface="맑은 고딕"/>
                </a:rPr>
                <a:t>7.92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2088000" y="26060400"/>
              <a:ext cx="3600000" cy="144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088000" y="26060400"/>
              <a:ext cx="14400" cy="54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944000" y="26132400"/>
              <a:ext cx="28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 dirty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0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2808000" y="26060400"/>
              <a:ext cx="14400" cy="54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2664000" y="26132400"/>
              <a:ext cx="28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2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3528000" y="26060400"/>
              <a:ext cx="14400" cy="54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3384000" y="26132400"/>
              <a:ext cx="28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4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4248000" y="26060400"/>
              <a:ext cx="14400" cy="54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104000" y="26132400"/>
              <a:ext cx="28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6</a:t>
              </a: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968000" y="26060400"/>
              <a:ext cx="14400" cy="54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4824000" y="26132400"/>
              <a:ext cx="28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8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5688000" y="26060400"/>
              <a:ext cx="14400" cy="54000"/>
            </a:xfrm>
            <a:prstGeom prst="rect">
              <a:avLst/>
            </a:prstGeom>
            <a:solidFill>
              <a:srgbClr val="9EA8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544000" y="26132400"/>
              <a:ext cx="288000" cy="202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</a:pPr>
              <a:r>
                <a:rPr b="0">
                  <a:solidFill>
                    <a:srgbClr val="6B726C"/>
                  </a:solidFill>
                  <a:latin typeface="맑은 고딕"/>
                  <a:ea typeface="맑은 고딕"/>
                  <a:cs typeface="맑은 고딕"/>
                </a:rPr>
                <a:t>10</a:t>
              </a:r>
            </a:p>
          </p:txBody>
        </p:sp>
      </p:grpSp>
      <p:sp>
        <p:nvSpPr>
          <p:cNvPr id="185" name="TextBox 184"/>
          <p:cNvSpPr txBox="1"/>
          <p:nvPr/>
        </p:nvSpPr>
        <p:spPr>
          <a:xfrm>
            <a:off x="692500" y="27336487"/>
            <a:ext cx="6300000" cy="416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500" b="1" dirty="0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7.92 </a:t>
            </a:r>
            <a:r>
              <a:rPr sz="2500" b="1" dirty="0" err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dB에서</a:t>
            </a:r>
            <a:r>
              <a:rPr sz="2500" b="1" dirty="0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dirty="0">
                <a:solidFill>
                  <a:srgbClr val="F08213"/>
                </a:solidFill>
                <a:latin typeface="맑은 고딕"/>
                <a:ea typeface="맑은 고딕"/>
                <a:cs typeface="맑은 고딕"/>
              </a:rPr>
              <a:t>3.52 </a:t>
            </a:r>
            <a:r>
              <a:rPr sz="2500" b="1" dirty="0" err="1">
                <a:solidFill>
                  <a:srgbClr val="F08213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sz="2500" b="1" dirty="0" err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2500" b="1" dirty="0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dirty="0">
                <a:solidFill>
                  <a:srgbClr val="F08213"/>
                </a:solidFill>
                <a:latin typeface="맑은 고딕"/>
                <a:ea typeface="맑은 고딕"/>
                <a:cs typeface="맑은 고딕"/>
              </a:rPr>
              <a:t>감소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48000" y="27784920"/>
            <a:ext cx="6300000" cy="416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250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평균 오차 </a:t>
            </a:r>
            <a:r>
              <a:rPr lang="en-US" altLang="ko-KR" sz="250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4.40 dB </a:t>
            </a:r>
            <a:r>
              <a:rPr lang="ko-KR" altLang="en-US" sz="250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감소 </a:t>
            </a:r>
            <a:r>
              <a:rPr lang="en-US" altLang="ko-KR" sz="2500" dirty="0">
                <a:solidFill>
                  <a:srgbClr val="6B726C"/>
                </a:solidFill>
                <a:latin typeface="맑은 고딕"/>
                <a:ea typeface="맑은 고딕"/>
                <a:cs typeface="맑은 고딕"/>
              </a:rPr>
              <a:t>(55.6%)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548000" y="23908275"/>
            <a:ext cx="5328000" cy="31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1" dirty="0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Handheld </a:t>
            </a:r>
            <a:r>
              <a:rPr sz="1900" b="1" dirty="0" err="1">
                <a:solidFill>
                  <a:srgbClr val="2E8B38"/>
                </a:solidFill>
                <a:latin typeface="맑은 고딕"/>
                <a:ea typeface="맑은 고딕"/>
                <a:cs typeface="맑은 고딕"/>
              </a:rPr>
              <a:t>연동</a:t>
            </a:r>
            <a:endParaRPr sz="1900" b="1" dirty="0">
              <a:solidFill>
                <a:srgbClr val="2E8B38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93" name="Picture 192" descr="handhel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548000" y="24440400"/>
            <a:ext cx="5958000" cy="301560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16776000" y="24440400"/>
            <a:ext cx="2736000" cy="1410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•  Yaw · Pitch · Roll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   </a:t>
            </a:r>
            <a:r>
              <a:rPr sz="1200" b="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시점</a:t>
            </a: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제어</a:t>
            </a:r>
            <a:endParaRPr sz="1200" b="0" dirty="0">
              <a:solidFill>
                <a:srgbClr val="1F25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00" b="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높이</a:t>
            </a: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·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   </a:t>
            </a:r>
            <a:r>
              <a:rPr sz="1200" b="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200" b="0" dirty="0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탐색</a:t>
            </a:r>
            <a:endParaRPr lang="en-US" sz="1200" b="0" dirty="0">
              <a:solidFill>
                <a:srgbClr val="1F25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endParaRPr lang="en-US" sz="1200" dirty="0">
              <a:solidFill>
                <a:srgbClr val="1F25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1200" dirty="0" err="1">
                <a:solidFill>
                  <a:srgbClr val="1F2522"/>
                </a:solidFill>
                <a:latin typeface="맑은 고딕"/>
                <a:ea typeface="맑은 고딕"/>
                <a:cs typeface="맑은 고딕"/>
              </a:rPr>
              <a:t>블라블라블라</a:t>
            </a:r>
            <a:endParaRPr lang="en-US" sz="1200" b="0" dirty="0">
              <a:solidFill>
                <a:srgbClr val="1F25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0E9D51B-EAE1-68B9-7EE6-5FAFBD2053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000" y="8121089"/>
            <a:ext cx="6456000" cy="386194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45D22EC-95C4-EA89-A237-2F1E570B5F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02817" y="8107200"/>
            <a:ext cx="6456000" cy="386280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4A2C1D31-3E9A-5748-3B87-544E751030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13624" y="8122800"/>
            <a:ext cx="6442376" cy="3862800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6D90CF43-BC53-B344-D8BB-316BB295666E}"/>
              </a:ext>
            </a:extLst>
          </p:cNvPr>
          <p:cNvGrpSpPr/>
          <p:nvPr/>
        </p:nvGrpSpPr>
        <p:grpSpPr>
          <a:xfrm>
            <a:off x="16110000" y="16776000"/>
            <a:ext cx="4446000" cy="1169077"/>
            <a:chOff x="16110000" y="16704000"/>
            <a:chExt cx="4446000" cy="1169077"/>
          </a:xfrm>
        </p:grpSpPr>
        <p:sp>
          <p:nvSpPr>
            <p:cNvPr id="93" name="TextBox 92"/>
            <p:cNvSpPr txBox="1"/>
            <p:nvPr/>
          </p:nvSpPr>
          <p:spPr>
            <a:xfrm>
              <a:off x="16758000" y="16704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3D </a:t>
              </a:r>
              <a:r>
                <a:rPr sz="1400" b="0" err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장면</a:t>
              </a: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 RF Volume </a:t>
              </a:r>
              <a:r>
                <a:rPr sz="1400" b="0" err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렌더링</a:t>
              </a:r>
              <a:endParaRPr sz="1400" b="0">
                <a:solidFill>
                  <a:srgbClr val="1F2522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6110000" y="17172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역할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6758000" y="17172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공간 내 신호 분포 시각화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6110000" y="17640000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ko-KR" altLang="en-US"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산출물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6758000" y="17640000"/>
              <a:ext cx="3798000" cy="216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sz="1400" b="0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실시간 탐색 뷰어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F23A21-0FB3-499F-DDAD-C4B280667E07}"/>
                </a:ext>
              </a:extLst>
            </p:cNvPr>
            <p:cNvSpPr txBox="1"/>
            <p:nvPr/>
          </p:nvSpPr>
          <p:spPr>
            <a:xfrm>
              <a:off x="16110000" y="16747842"/>
              <a:ext cx="576000" cy="2330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400" b="1" err="1">
                  <a:solidFill>
                    <a:srgbClr val="2E8B38"/>
                  </a:solidFill>
                  <a:latin typeface="맑은 고딕"/>
                  <a:ea typeface="맑은 고딕"/>
                  <a:cs typeface="맑은 고딕"/>
                </a:rPr>
                <a:t>원리</a:t>
              </a:r>
              <a:endParaRPr sz="1400" b="1">
                <a:solidFill>
                  <a:srgbClr val="2E8B38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8A1C2F6-A25E-0349-2D36-90A3A14F1A70}"/>
              </a:ext>
            </a:extLst>
          </p:cNvPr>
          <p:cNvGrpSpPr/>
          <p:nvPr/>
        </p:nvGrpSpPr>
        <p:grpSpPr>
          <a:xfrm>
            <a:off x="7560000" y="12080477"/>
            <a:ext cx="6353626" cy="939631"/>
            <a:chOff x="7560000" y="12168000"/>
            <a:chExt cx="6353626" cy="939631"/>
          </a:xfrm>
        </p:grpSpPr>
        <p:sp>
          <p:nvSpPr>
            <p:cNvPr id="42" name="TextBox 41"/>
            <p:cNvSpPr txBox="1"/>
            <p:nvPr/>
          </p:nvSpPr>
          <p:spPr>
            <a:xfrm>
              <a:off x="7560000" y="12168000"/>
              <a:ext cx="6264000" cy="2496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en-US"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2. </a:t>
              </a:r>
              <a:r>
                <a:rPr lang="ko-KR" altLang="en-US"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전파 계산용 단순 모형 제작</a:t>
              </a:r>
              <a:endParaRPr sz="15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16B89252-1F02-37BE-8D77-48C13433BD34}"/>
                </a:ext>
              </a:extLst>
            </p:cNvPr>
            <p:cNvSpPr txBox="1"/>
            <p:nvPr/>
          </p:nvSpPr>
          <p:spPr>
            <a:xfrm>
              <a:off x="7649626" y="12411094"/>
              <a:ext cx="6264000" cy="6965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바닥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, 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천장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, 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벽을 빈틈없이 막아 전파가 부딪힐 대략적인 모형 설정</a:t>
              </a:r>
              <a:endParaRPr lang="en-US" altLang="ko-KR" sz="1300" b="1">
                <a:latin typeface="맑은 고딕"/>
                <a:ea typeface="맑은 고딕"/>
                <a:cs typeface="맑은 고딕"/>
              </a:endParaRPr>
            </a:p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실제 조건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(2.4 GHz 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공유기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, 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콘크리트 벽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)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에 맞춰 전파 시뮬레이션 계산</a:t>
              </a:r>
              <a:endParaRPr lang="en-US" altLang="ko-KR" sz="1300" b="1">
                <a:latin typeface="맑은 고딕"/>
                <a:ea typeface="맑은 고딕"/>
                <a:cs typeface="맑은 고딕"/>
              </a:endParaRPr>
            </a:p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현실에서 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ESP32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로 전파 신호 세기 측정 후 시뮬레이션 결과와 합침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B87CF11-A392-BE41-5453-2AE218EFAF50}"/>
              </a:ext>
            </a:extLst>
          </p:cNvPr>
          <p:cNvGrpSpPr/>
          <p:nvPr/>
        </p:nvGrpSpPr>
        <p:grpSpPr>
          <a:xfrm>
            <a:off x="14256000" y="12080477"/>
            <a:ext cx="6336000" cy="938636"/>
            <a:chOff x="14256000" y="12168000"/>
            <a:chExt cx="6336000" cy="938636"/>
          </a:xfrm>
        </p:grpSpPr>
        <p:sp>
          <p:nvSpPr>
            <p:cNvPr id="45" name="TextBox 44"/>
            <p:cNvSpPr txBox="1"/>
            <p:nvPr/>
          </p:nvSpPr>
          <p:spPr>
            <a:xfrm>
              <a:off x="14256000" y="12168000"/>
              <a:ext cx="6264000" cy="288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sz="1500" b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3   3D RF Field </a:t>
              </a:r>
              <a:r>
                <a:rPr sz="1500" b="1" err="1">
                  <a:solidFill>
                    <a:srgbClr val="1F2522"/>
                  </a:solidFill>
                  <a:latin typeface="맑은 고딕"/>
                  <a:ea typeface="맑은 고딕"/>
                  <a:cs typeface="맑은 고딕"/>
                </a:rPr>
                <a:t>합성</a:t>
              </a:r>
              <a:endParaRPr sz="1500" b="1">
                <a:solidFill>
                  <a:srgbClr val="1F2522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8D9A50-B7C3-7718-A131-74CC4132C05C}"/>
                </a:ext>
              </a:extLst>
            </p:cNvPr>
            <p:cNvSpPr txBox="1"/>
            <p:nvPr/>
          </p:nvSpPr>
          <p:spPr>
            <a:xfrm>
              <a:off x="14328000" y="12410099"/>
              <a:ext cx="6264000" cy="6965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PC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에서 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3D 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공간 상에 전파 </a:t>
              </a:r>
              <a:r>
                <a:rPr lang="ko-KR" altLang="en-US" sz="1300" b="1" err="1">
                  <a:latin typeface="맑은 고딕"/>
                  <a:ea typeface="맑은 고딕"/>
                  <a:cs typeface="맑은 고딕"/>
                </a:rPr>
                <a:t>히트맵을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 겹쳐 렌더링</a:t>
              </a:r>
              <a:endParaRPr lang="en-US" altLang="ko-KR" sz="1300" b="1">
                <a:latin typeface="맑은 고딕"/>
                <a:ea typeface="맑은 고딕"/>
                <a:cs typeface="맑은 고딕"/>
              </a:endParaRPr>
            </a:p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ESP32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와 </a:t>
              </a:r>
              <a:r>
                <a:rPr lang="en-US" altLang="ko-KR" sz="1300" b="1">
                  <a:latin typeface="맑은 고딕"/>
                  <a:ea typeface="맑은 고딕"/>
                  <a:cs typeface="맑은 고딕"/>
                </a:rPr>
                <a:t>LCD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로 구성된 </a:t>
              </a:r>
              <a:r>
                <a:rPr lang="ko-KR" altLang="en-US" sz="1300" b="1" err="1">
                  <a:latin typeface="맑은 고딕"/>
                  <a:ea typeface="맑은 고딕"/>
                  <a:cs typeface="맑은 고딕"/>
                </a:rPr>
                <a:t>핸드헬드</a:t>
              </a: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 장치로 렌더링 결과 실시간 스트리밍</a:t>
              </a:r>
              <a:endParaRPr lang="en-US" altLang="ko-KR" sz="1300" b="1">
                <a:latin typeface="맑은 고딕"/>
                <a:ea typeface="맑은 고딕"/>
                <a:cs typeface="맑은 고딕"/>
              </a:endParaRPr>
            </a:p>
            <a:p>
              <a:pPr marL="171450" indent="-171450" algn="l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b="1">
                  <a:latin typeface="맑은 고딕"/>
                  <a:ea typeface="맑은 고딕"/>
                  <a:cs typeface="맑은 고딕"/>
                </a:rPr>
                <a:t>장치의 버튼 입력과 회전 정보를 받아와 실시간으로 이동 및 시야 회전 기능 제공</a:t>
              </a:r>
            </a:p>
          </p:txBody>
        </p:sp>
      </p:grpSp>
      <p:sp>
        <p:nvSpPr>
          <p:cNvPr id="130" name="Rectangle 160">
            <a:extLst>
              <a:ext uri="{FF2B5EF4-FFF2-40B4-BE49-F238E27FC236}">
                <a16:creationId xmlns:a16="http://schemas.microsoft.com/office/drawing/2014/main" id="{55BCBEA4-14F9-F54A-5A66-55AF61E4FB89}"/>
              </a:ext>
            </a:extLst>
          </p:cNvPr>
          <p:cNvSpPr/>
          <p:nvPr/>
        </p:nvSpPr>
        <p:spPr>
          <a:xfrm>
            <a:off x="10548000" y="24245999"/>
            <a:ext cx="10187625" cy="45719"/>
          </a:xfrm>
          <a:prstGeom prst="rect">
            <a:avLst/>
          </a:prstGeom>
          <a:solidFill>
            <a:srgbClr val="2E8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487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487</Words>
  <Application>Microsoft Office PowerPoint</Application>
  <PresentationFormat>사용자 지정</PresentationFormat>
  <Paragraphs>119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Calibri Light</vt:lpstr>
      <vt:lpstr>맑은 고딕</vt:lpstr>
      <vt:lpstr>Arial</vt:lpstr>
      <vt:lpstr>Franklin Gothic Demi</vt:lpstr>
      <vt:lpstr>Calibri</vt:lpstr>
      <vt:lpstr>Arial Black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Seung Woo Lee</cp:lastModifiedBy>
  <cp:revision>1</cp:revision>
  <dcterms:created xsi:type="dcterms:W3CDTF">2019-07-31T07:36:11Z</dcterms:created>
  <dcterms:modified xsi:type="dcterms:W3CDTF">2026-09-09T14:56:10Z</dcterms:modified>
</cp:coreProperties>
</file>